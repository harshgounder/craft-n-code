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Working name KrishiSetu (farm bridge), swappable. Round 0: prototype + deck, judged by IIIT-B faculty. One-liner states the promise: forecast becomes action plus claim packet, Odia, basic phone.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problem, one cost. Asha is a composite persona grounded in post-Yaas Balasore field reporting, not a named individual. PMFBY numbers show the insurance rail already exists and is huge: the gap is verified observation, not scheme design.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holy-shit moment: 48 runs, 7 waves, 2.5M chars, 4,000+ sources, A-D grades. Judges who ask 'where is this from' get a path. Never claim we read everything without this map to prove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user-corrected framing: the topic is an advisory platform, not an alert platform. Every action card carries a deadline and a source in the product; the deck keeps that promise on the mechanism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Mechanism slide mirrors the scaffold engine (ingest to audit) mounted on the agri domain. The offline queue and trace are already verified in the engine; the agri rules are the new layer.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deck claims only what the repo proves. Round 0 submission is PPT plus prototype; the demo carries the proof. The honesty strip is deliberate: faculty will probe.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contrast, one sentence. The moat is the governed decision: action, deadline, source, cost of waiting, trace. Prior art rows are mine-verified, not marketing.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Mine-faithful: institutional buyer, assisted distribution. Three lines only, per YC rule. The claims rail is the wedge because PMFBY already pays for verified loss events.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rail, one pilot, one quarter. Round 1 deepens exactly this: real feed connector, Odia voice, comprehension tests, agronomist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Founder-focused: what we shipped is the proof, not the bios. The E&amp;CE note is for faculty: this statement is the only one spanning CSE, ECE, and EE clusters (W3).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tied to the next milestone: faculty feedback contract. Slide 8 of the runbook said the same: feedback shapes Round 1. The limitation is the honesty move faculty will remember.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D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5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KrishiSetu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914400" y="1828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Cyclone and Flood Resilient Smart Agriculture Advisory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097280" y="246888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5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coastal Odisha farmers, KrishiSetu turns a cyclone forecast into a crop-stage-specific action and an insurance claim packet, in Odia, on a basic phone.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14400" y="42062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511  |  Craft N Code 2026  |  Round 0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problem: warnings arrive, decisions do not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78992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Asha, 47, flowering paddy on a low-lying plot in Balasore district. Post-Yaas field reporting documents saltwater on 5,882 hectares of cultivable land across five blocks. The alert came. The action did not.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457200" y="2240280"/>
            <a:ext cx="2529840" cy="1463040"/>
          </a:xfrm>
          <a:prstGeom prst="roundRect">
            <a:avLst>
              <a:gd name="adj" fmla="val 5000"/>
            </a:avLst>
          </a:prstGeom>
          <a:solidFill>
            <a:srgbClr val="F7FA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2395728"/>
            <a:ext cx="225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5,428 acres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94360" y="3017520"/>
            <a:ext cx="225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 loss across 4 blocks of Kendrapada and Bhadrak, Cyclone Dana 2024 (rapid assessment)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07080" y="2240280"/>
            <a:ext cx="2529840" cy="1463040"/>
          </a:xfrm>
          <a:prstGeom prst="roundRect">
            <a:avLst>
              <a:gd name="adj" fmla="val 5000"/>
            </a:avLst>
          </a:prstGeom>
          <a:solidFill>
            <a:srgbClr val="F7FA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44240" y="2395728"/>
            <a:ext cx="225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5,882 ha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444240" y="3017520"/>
            <a:ext cx="225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cultivable land salt-affected across 5 Balasore blocks, Cyclone Yaas 2021 (Down To Earth)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56960" y="2240280"/>
            <a:ext cx="2529840" cy="1463040"/>
          </a:xfrm>
          <a:prstGeom prst="roundRect">
            <a:avLst>
              <a:gd name="adj" fmla="val 5000"/>
            </a:avLst>
          </a:prstGeom>
          <a:solidFill>
            <a:srgbClr val="F7FA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94120" y="2395728"/>
            <a:ext cx="225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88.5 lakh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294120" y="3017520"/>
            <a:ext cx="225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PMFBY crop-insurance enrollments, Rs 2,580 crore claims paid (2020-25, Lok Sabha annexure)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57200" y="39776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Farmers get warnings. They do not get decisions.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7200" y="47594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YSD Odisha Cyclone Dana rapid assessment (2025); Down To Earth, post-Yaas Kharif report; PMFBY program data. Numbers verified in research wave, dated 2024-2025.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research machine behind this deck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69080" cy="1097280"/>
          </a:xfrm>
          <a:prstGeom prst="roundRect">
            <a:avLst>
              <a:gd name="adj" fmla="val 6667"/>
            </a:avLst>
          </a:prstGeom>
          <a:solidFill>
            <a:srgbClr val="D8E8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1430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2011680" y="1143000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deep-research runs, 7 waves, every run multi-channel with coverage tables, noise logs, A-D evidence grades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617720" y="1051560"/>
            <a:ext cx="4069080" cy="1097280"/>
          </a:xfrm>
          <a:prstGeom prst="roundRect">
            <a:avLst>
              <a:gd name="adj" fmla="val 6667"/>
            </a:avLst>
          </a:prstGeom>
          <a:solidFill>
            <a:srgbClr val="D8E8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54880" y="11430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2.5M+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172200" y="1143000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chars of raw evidence: named, dated sources on every claim, nothing unverified ships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2286000"/>
            <a:ext cx="4069080" cy="1097280"/>
          </a:xfrm>
          <a:prstGeom prst="roundRect">
            <a:avLst>
              <a:gd name="adj" fmla="val 6667"/>
            </a:avLst>
          </a:prstGeom>
          <a:solidFill>
            <a:srgbClr val="D8E8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23774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4,000+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011680" y="2377440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 sources across 6 continents: cyclone/food/agri ledgers, cascade math, human wisdom, frontier science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617720" y="2286000"/>
            <a:ext cx="4069080" cy="1097280"/>
          </a:xfrm>
          <a:prstGeom prst="roundRect">
            <a:avLst>
              <a:gd name="adj" fmla="val 6667"/>
            </a:avLst>
          </a:prstGeom>
          <a:solidFill>
            <a:srgbClr val="D8E8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23774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A-D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172200" y="2377440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grading on every claim: ODISHA-MEASURED, TRANSFER-PRIOR, SCENARIO-ASSUMPTION, UNKNOWN badges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57200" y="379476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single-pass AI summarizes. this is an orchestrated parallel research machine with verification gates: every number in this deck traces to a source you can open.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chain: slide -&gt; proof ledger -&gt; EVIDENCE-INDEX.md -&gt; raw report -&gt; named dated source. Nothing ships without the chain.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solution: an advisory engine, not an alert system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forecast becomes a decision: an action, a deadline, a source, and a fallback, in Odia, on any phone.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529840" cy="2377440"/>
          </a:xfrm>
          <a:prstGeom prst="roundRect">
            <a:avLst>
              <a:gd name="adj" fmla="val 3077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384048" cy="384048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82880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78992" y="1810512"/>
            <a:ext cx="1798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2331720"/>
            <a:ext cx="2164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THE CROP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harvest or move to raised platform on a deadline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seed, livestock, equipment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evacuate people, secure the house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07080" y="1600200"/>
            <a:ext cx="2529840" cy="2377440"/>
          </a:xfrm>
          <a:prstGeom prst="roundRect">
            <a:avLst>
              <a:gd name="adj" fmla="val 3077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44240" y="1783080"/>
            <a:ext cx="384048" cy="384048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1" name="Text 9"/>
          <p:cNvSpPr/>
          <p:nvPr/>
        </p:nvSpPr>
        <p:spPr>
          <a:xfrm>
            <a:off x="3444240" y="182880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928872" y="1810512"/>
            <a:ext cx="1798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DURING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489960" y="2331720"/>
            <a:ext cx="2164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SHELTER AND SAFETY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Odia guidance for the household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livestock and fodder checklist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advisory reachable offline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56960" y="1600200"/>
            <a:ext cx="2529840" cy="2377440"/>
          </a:xfrm>
          <a:prstGeom prst="roundRect">
            <a:avLst>
              <a:gd name="adj" fmla="val 3077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94120" y="1783080"/>
            <a:ext cx="384048" cy="384048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6" name="Text 14"/>
          <p:cNvSpPr/>
          <p:nvPr/>
        </p:nvSpPr>
        <p:spPr>
          <a:xfrm>
            <a:off x="6294120" y="182880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778752" y="1810512"/>
            <a:ext cx="1798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339840" y="2331720"/>
            <a:ext cx="2164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AND CLAIMS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saline flush and re-sowing plan per plot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damage evidence capture on a basic phone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PMFBY claim packet export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framing: the advisory engine is the hero. Acknowledgement and report capture are adaptation features inside it, not the pitch.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57200" y="4828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Statement-faithful: the official problem is a resilient advisory system for cyclone and flood contexts, with farm-profile-aware, staged actions.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Mechanism: ingest, decide, deliver, recover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885950" cy="2606040"/>
          </a:xfrm>
          <a:prstGeom prst="roundRect">
            <a:avLst>
              <a:gd name="adj" fmla="val 3879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855" y="1325880"/>
            <a:ext cx="548640" cy="54864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5" name="Text 3"/>
          <p:cNvSpPr/>
          <p:nvPr/>
        </p:nvSpPr>
        <p:spPr>
          <a:xfrm>
            <a:off x="1125855" y="138988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2011680"/>
            <a:ext cx="17030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INGEST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94360" y="2377440"/>
            <a:ext cx="161163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IMD forecast plus farm profile: crop, stage, plot, soil, connectivity state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94360" y="3200400"/>
            <a:ext cx="16116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inbox, local, no external runtime deps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2361438" y="210312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2571750" y="1143000"/>
            <a:ext cx="1885950" cy="2606040"/>
          </a:xfrm>
          <a:prstGeom prst="roundRect">
            <a:avLst>
              <a:gd name="adj" fmla="val 3879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40405" y="1325880"/>
            <a:ext cx="548640" cy="54864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2" name="Text 10"/>
          <p:cNvSpPr/>
          <p:nvPr/>
        </p:nvSpPr>
        <p:spPr>
          <a:xfrm>
            <a:off x="3240405" y="138988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663190" y="2011680"/>
            <a:ext cx="17030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DECIDE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708910" y="2377440"/>
            <a:ext cx="161163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agronomist-reviewed rule engine: pre/during/post x crop x stage x hazard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708910" y="3200400"/>
            <a:ext cx="16116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proposal carries deadline, source, cost of waiting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475988" y="210312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4686300" y="1143000"/>
            <a:ext cx="1885950" cy="2606040"/>
          </a:xfrm>
          <a:prstGeom prst="roundRect">
            <a:avLst>
              <a:gd name="adj" fmla="val 3879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354955" y="1325880"/>
            <a:ext cx="548640" cy="54864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9" name="Text 17"/>
          <p:cNvSpPr/>
          <p:nvPr/>
        </p:nvSpPr>
        <p:spPr>
          <a:xfrm>
            <a:off x="5354955" y="138988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777740" y="2011680"/>
            <a:ext cx="17030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823460" y="2377440"/>
            <a:ext cx="161163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Odia SMS and IVR, offline queue, ack and report capture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823460" y="3200400"/>
            <a:ext cx="16116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when the tower drops; syncs when it returns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590538" y="210312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6800850" y="1143000"/>
            <a:ext cx="1885950" cy="2606040"/>
          </a:xfrm>
          <a:prstGeom prst="roundRect">
            <a:avLst>
              <a:gd name="adj" fmla="val 3879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69505" y="1325880"/>
            <a:ext cx="548640" cy="54864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6" name="Text 24"/>
          <p:cNvSpPr/>
          <p:nvPr/>
        </p:nvSpPr>
        <p:spPr>
          <a:xfrm>
            <a:off x="7469505" y="138988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6892290" y="2011680"/>
            <a:ext cx="17030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RECOVER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938010" y="2377440"/>
            <a:ext cx="161163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post-inundation recovery chain and claims evidence packet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938010" y="3200400"/>
            <a:ext cx="16116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observation becomes an insurance claim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57200" y="39776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governed pipeline we verified: ingest, decide, propose, approve, audit. Every action leaves a replayable trace.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457200" y="47594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behavior: given a hazard and a connectivity state, this farmer receives this prioritized action, and the advisory still syncs when bandwidth returns (W3 demo prescription).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Prototype today: verified, honest, offline-capable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69080" cy="914400"/>
          </a:xfrm>
          <a:prstGeom prst="roundRect">
            <a:avLst>
              <a:gd name="adj" fmla="val 8000"/>
            </a:avLst>
          </a:prstGeom>
          <a:solidFill>
            <a:srgbClr val="F7FA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16128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85 / 85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331720" y="116128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suites green across approval, trace, providers, multimodal, provenance, feeds, honesty, stress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617720" y="1051560"/>
            <a:ext cx="4069080" cy="914400"/>
          </a:xfrm>
          <a:prstGeom prst="roundRect">
            <a:avLst>
              <a:gd name="adj" fmla="val 8000"/>
            </a:avLst>
          </a:prstGeom>
          <a:solidFill>
            <a:srgbClr val="F7FA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54880" y="116128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 / 46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92240" y="116128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lane fixture scenarios verified, order-independent on fresh databases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2103120"/>
            <a:ext cx="4069080" cy="914400"/>
          </a:xfrm>
          <a:prstGeom prst="roundRect">
            <a:avLst>
              <a:gd name="adj" fmla="val 8000"/>
            </a:avLst>
          </a:prstGeom>
          <a:solidFill>
            <a:srgbClr val="F7FA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22128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Zero-dep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331720" y="221284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runs on stdlib only; demo never dies, offline fallback replay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617720" y="2103120"/>
            <a:ext cx="4069080" cy="914400"/>
          </a:xfrm>
          <a:prstGeom prst="roundRect">
            <a:avLst>
              <a:gd name="adj" fmla="val 8000"/>
            </a:avLst>
          </a:prstGeom>
          <a:solidFill>
            <a:srgbClr val="F7FA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22128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mode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92240" y="221284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badges count actual provider outcomes, no badge-lie, audit trail per action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983480" y="329184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arc (3 minutes): Asha's plot -&gt; cyclone forecast -&gt; staged Odia advisory -&gt; tower drops, advice still syncs -&gt; damage evidence -&gt; claim packet export.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977640"/>
            <a:ext cx="8229600" cy="658368"/>
          </a:xfrm>
          <a:prstGeom prst="roundRect">
            <a:avLst>
              <a:gd name="adj" fmla="val 11111"/>
            </a:avLst>
          </a:prstGeom>
          <a:solidFill>
            <a:srgbClr val="D8E8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4059936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honesty: IMD feed is simulated, SMS and IVR run through simulators, agronomy rules are a curated seed set awaiting agronomist review. Nothing is labeled live that is not live.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57200" y="4828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Verification: fresh runs 2026-08-16 07:40 IST, scaffold eval report on repo. 46/46 eval report is engine-level; agri domain rules are the new layer for Round 1.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is not another alert system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alert says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"Cyclone expected. Stay safe."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40080" y="20116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crop, no stage, no deadline, no cost of waiting, no recovery step.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709160" y="960120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9204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advisory says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892040" y="146304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"Plot 12B, flowering paddy: harvest by 18:00 tomorrow, or move to the raised platform. Source: IMD + rule 14. Cost of waiting: est. yield loss."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457200" y="2788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Prior art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288036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Meghdoot (IMD)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468880" y="288036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and agromet advisories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486400" y="288036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farm profile, no staged action, no claims path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57200" y="324612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Fasal, DeHaat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468880" y="324612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and credit rails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0" y="324612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advisory is content, not a governed decision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57200" y="361188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Bangladesh CPP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468880" y="361188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volunteer warning chain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486400" y="361188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recovery plan, no claim evidence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57200" y="397764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WFP anticipatory cash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468880" y="397764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threshold-triggered cash transfers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486400" y="39776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cash, not farm action; no crop-stage logic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57200" y="440740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Warnings are infrastructure. Decisions are the product.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57200" y="4864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art from the statement-faithful research wave: channel evidence in research/raw/v2/cnc-channel-ps07-ultra8x-v2.content.md.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buyers, one verified loop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2529840" cy="2286000"/>
          </a:xfrm>
          <a:prstGeom prst="roundRect">
            <a:avLst>
              <a:gd name="adj" fmla="val 3200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417320"/>
            <a:ext cx="216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FPO + extension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216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seasonal advisory subscriptions per farmer via FPOs and KVK extension workers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40080" y="2971800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per verified advisory delivered and acted 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7080" y="1234440"/>
            <a:ext cx="2529840" cy="2286000"/>
          </a:xfrm>
          <a:prstGeom prst="roundRect">
            <a:avLst>
              <a:gd name="adj" fmla="val 3200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89960" y="1417320"/>
            <a:ext cx="216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B2G district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489960" y="1920240"/>
            <a:ext cx="216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Odisha agriculture department and OSDMA, per-block deployment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3489960" y="2971800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reduces call volume, gives auditable outreach evidence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56960" y="1234440"/>
            <a:ext cx="2529840" cy="2286000"/>
          </a:xfrm>
          <a:prstGeom prst="roundRect">
            <a:avLst>
              <a:gd name="adj" fmla="val 3200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39840" y="1417320"/>
            <a:ext cx="216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Claims rail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339840" y="1920240"/>
            <a:ext cx="216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PMFBY insurers and aggregators pay per evidence packet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339840" y="2971800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observation converts to claim, both sides win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39776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Seed revenue line for Round 1: one FPO, one season, measured renewal. No consumer subscription fantasy.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47594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 verdict: the real buyer is institutional, and the real distribution is extension workers, KCC, FPOs, dealers, and panchayat actors. Consumer subscriptions and network effects are not evidenced.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rail, one pilot, one quarter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3977640" cy="2103120"/>
          </a:xfrm>
          <a:prstGeom prst="roundRect">
            <a:avLst>
              <a:gd name="adj" fmla="val 3478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188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rail exists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88.5 lakh PMFBY enrollments, Rs 2,580 crore claims paid (2020-25)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Agriculture Mission, Rs 2,817 crore, funds agri-digital public infrastructure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27889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Odisha: cyclone-facing coast, paddy and saline zones, Dana and Yaas damage on record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709160" y="1051560"/>
            <a:ext cx="3977640" cy="2103120"/>
          </a:xfrm>
          <a:prstGeom prst="roundRect">
            <a:avLst>
              <a:gd name="adj" fmla="val 3478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92040" y="1188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pilot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892040" y="1600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one coastal block with extension-worker access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9204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one agronomist-reviewed rule pack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92040" y="2606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measure comprehension and claim conversion, not downloads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3429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Named rail, named pilot, dated outcome. That is the Round 1 contract.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57200" y="3977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PMFBY program data; Digital Agriculture Mission allocation; YSD Dana assessment; Down To Earth Yaas report. All dated 2024-2025, verified in the research wave.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4828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slide after traction in YC ordering. No TAM multiplication, no 'everyone everywhere' line.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 511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529840" cy="1828800"/>
          </a:xfrm>
          <a:prstGeom prst="roundRect">
            <a:avLst>
              <a:gd name="adj" fmla="val 4000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402080" y="1280160"/>
            <a:ext cx="640080" cy="64008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5" name="Text 3"/>
          <p:cNvSpPr/>
          <p:nvPr/>
        </p:nvSpPr>
        <p:spPr>
          <a:xfrm>
            <a:off x="1402080" y="135331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94360" y="2057400"/>
            <a:ext cx="225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Harsh Gounder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94360" y="2423160"/>
            <a:ext cx="225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Lead, E&amp;CE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94360" y="2697480"/>
            <a:ext cx="225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systems, research method, 17-statement evidence wave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307080" y="1097280"/>
            <a:ext cx="2529840" cy="1828800"/>
          </a:xfrm>
          <a:prstGeom prst="roundRect">
            <a:avLst>
              <a:gd name="adj" fmla="val 4000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51960" y="1280160"/>
            <a:ext cx="640080" cy="64008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1" name="Text 9"/>
          <p:cNvSpPr/>
          <p:nvPr/>
        </p:nvSpPr>
        <p:spPr>
          <a:xfrm>
            <a:off x="4251960" y="135331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444240" y="2057400"/>
            <a:ext cx="225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Ayush Kharwar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444240" y="2423160"/>
            <a:ext cx="225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and demo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444240" y="2697480"/>
            <a:ext cx="225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zero-dep engine, demo.sh, seed data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156960" y="1097280"/>
            <a:ext cx="2529840" cy="1828800"/>
          </a:xfrm>
          <a:prstGeom prst="roundRect">
            <a:avLst>
              <a:gd name="adj" fmla="val 4000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101840" y="1280160"/>
            <a:ext cx="640080" cy="64008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7" name="Text 15"/>
          <p:cNvSpPr/>
          <p:nvPr/>
        </p:nvSpPr>
        <p:spPr>
          <a:xfrm>
            <a:off x="7101840" y="135331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294120" y="2057400"/>
            <a:ext cx="225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Sujal Shukla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294120" y="2423160"/>
            <a:ext cx="225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Deck and submission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294120" y="2697480"/>
            <a:ext cx="225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 text, paste at gates, backup demo runner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Already shipped: a verified governed pipeline (85/85 suites), honest outcome badges, and a statement-faithful research method with every claim sourced.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4828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E&amp;CE research profile matches the statement core: sensors, communications, ML, power resilience.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D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5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Grade our decision quality.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1097280" y="164592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action, why now, why this channel. That is the product, and your questions shape Round 1.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97280" y="2377440"/>
            <a:ext cx="6949440" cy="1371600"/>
          </a:xfrm>
          <a:prstGeom prst="roundRect">
            <a:avLst>
              <a:gd name="adj" fmla="val 5333"/>
            </a:avLst>
          </a:prstGeom>
          <a:solidFill>
            <a:srgbClr val="2A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25880" y="2542032"/>
            <a:ext cx="6492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limitation, stated openly: the rule set is a curated seed awaiting agronomist review; the IMD feed and telecom delivery are simulated in this prototype, and nothing is sent over live SMS or WhatsApp. Every claim in this deck has a dated source on the repo.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4114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demo: 3 minutes  |  Repo: github.com/harshgounder/craft-n-code  |  Team 511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2026-08-16T09:52:14Z</dcterms:created>
  <dcterms:modified xsi:type="dcterms:W3CDTF">2026-08-16T09:52:14Z</dcterms:modified>
</cp:coreProperties>
</file>