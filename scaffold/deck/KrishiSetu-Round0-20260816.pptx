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KrishiSetu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Cyclone and Flood Resilient Smart Agriculture Advisory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097280" y="2468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78992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5,428 acres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loss across 4 blocks of Kendrapada and Bhadrak, Cyclone Dana 2024 (rapid assessment)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0708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424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5,882 ha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4424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cultivable land salt-affected across 5 Balasore blocks, Cyclone Yaas 2021 (Down To Earth)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5696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9412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78.4 crore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29412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crop-insurance applications on a Rs 1.83 lakh crore program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Farmers get warnings. They do not get decisions.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0708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5696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 / 85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61772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/ 46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Zero-dep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mode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"Plot 12B, flowering paddy: harvest by 18:00 tomorrow, or move to the raised platform. Source: IMD + rule 14. Cost of waiting: est. yield loss."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art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Meghdoot (IMD)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68880" y="28803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agromet advisories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0" y="2880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farm profile, no staged action, no claims path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2461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Fasal, DeHaat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468880" y="32461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and credit rails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0" y="32461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is content, not a governed decision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36118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CPP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468880" y="3611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volunteer warning chain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0" y="36118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plan, no claim evidence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977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WFP anticipatory cash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468880" y="3977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threshold-triggered cash transfers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0" y="3977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not farm action; no crop-stage logic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4074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 from the statement-faithful research wave: channel evidence in research/raw/v2/cnc-channel-ps07-ultra8x-v2.content.md.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708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696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78.4 crore PMFBY applications, Rs 1.83 lakh crore program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Odisha: cyclone-facing coast, paddy and saline zones, Dana and Yaas damage on record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slide after traction in YC ordering. No TAM multiplication, no 'everyone everywhere' line.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systems, research method, 17-statement evidence wave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and demo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 engine, demo.sh, seed data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7" name="Text 15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and submission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text, paste at gates, backup demo runner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E&amp;CE research profile matches the statement core: sensors, communications, ML, power resilience.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 our decision quality.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5333"/>
            </a:avLst>
          </a:prstGeom>
          <a:solidFill>
            <a:srgbClr val="2A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2026-08-16T05:30:24Z</dcterms:created>
  <dcterms:modified xsi:type="dcterms:W3CDTF">2026-08-16T05:30:24Z</dcterms:modified>
</cp:coreProperties>
</file>