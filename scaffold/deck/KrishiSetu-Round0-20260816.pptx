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applications on a Rs 1.83 lakh crore program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 PMFBY applications, Rs 1.83 lakh crore program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2026-08-16T05:31:34Z</dcterms:created>
  <dcterms:modified xsi:type="dcterms:W3CDTF">2026-08-16T05:31:34Z</dcterms:modified>
</cp:coreProperties>
</file>