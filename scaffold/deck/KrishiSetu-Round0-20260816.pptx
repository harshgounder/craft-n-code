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5,428 acres</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across 4 blocks of Kendrapada and Bhadrak, Cyclone Dana 2024 (rapid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Monte Carlo with convergence gates, CVaR at every decision node, copulas for compound events (cyclone + surge + river flood, fitted not borrowed), BOCPD regime detection, fragility curves per crop and stage,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agronomist-reviewed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flowering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5,428 acres across 4 blocks of Kendrapada + Bhadrak (rapid assessment).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agronomist-reviewed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2026-08-16T10:51:24Z</dcterms:created>
  <dcterms:modified xsi:type="dcterms:W3CDTF">2026-08-16T10:51:24Z</dcterms:modified>
</cp:coreProperties>
</file>