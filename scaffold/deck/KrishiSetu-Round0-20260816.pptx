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name KrishiSetu (farm bridge), swappable. Round 0: prototype + deck, judged by IIIT-B faculty. One-liner states the promise: forecast becomes action plus claim packet, Odia, basic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problem, one cost. Asha is a composite persona grounded in post-Yaas Balasore field reporting, not a named individual. PMFBY numbers show the insurance rail already exists and is huge: the gap is verified observation, not scheme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holy-shit moment: 49 reports, 7 waves, 3.2M chars, 4,800+ sources, A-D grades. Judges who ask 'where is this from' get a path. Never claim we read everything without this map to prove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user-corrected framing: the topic is an advisory platform, not an alert platform. Every action card carries a deadline and a source in the product; the deck keeps that promise on the mechanism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 slide mirrors the scaffold engine (ingest to audit) mounted on the agri domain. The offline queue and trace are already verified in the engine; the agri rules are the new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deck claims only what the repo proves. Round 0 submission is PPT plus prototype; the demo carries the proof. The honesty strip is deliberate: faculty will probe.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contrast, one sentence. The moat is the governed decision: action, deadline, source, cost of waiting, trace. Prior art rows are mine-verified, not marketing.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Mine-faithful: institutional buyer, assisted distribution. Three lines only, per YC rule. The claims rail is the wedge because PMFBY already pays for verified loss events.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rail, one pilot, one quarter. Round 1 deepens exactly this: real feed connector, Odia voice, comprehension tests, agronomist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Founder-focused: what we shipped is the proof, not the bios. The E&amp;CE note is for faculty: this statement is the only one spanning CSE, ECE, and EE clusters (W3).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tied to the next milestone: faculty feedback contract. Slide 8 of the runbook said the same: feedback shapes Round 1. The limitation is the honesty move faculty will remember.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5548" y="95554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2A2A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KrishiSetu</a:t>
            </a:r>
            <a:endParaRPr lang="en-US" sz="58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KrishiSetu</a:t>
            </a:r>
            <a:endParaRPr lang="en-US" sz="5800" dirty="0"/>
          </a:p>
        </p:txBody>
      </p:sp>
      <p:sp>
        <p:nvSpPr>
          <p:cNvPr id="4" name="Shape 2"/>
          <p:cNvSpPr/>
          <p:nvPr/>
        </p:nvSpPr>
        <p:spPr>
          <a:xfrm>
            <a:off x="3657600" y="1810512"/>
            <a:ext cx="1828800" cy="548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 and Flood Resilient Smart Agriculture Advisory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25146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coastal Odisha farmers, KrishiSetu turns a cyclone forecast into a crop-stage-specific action and an insurance claim packet, in Odia, on a basic phone.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4206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511  |  Craft N Code 2026  |  Round 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problem: warnings arrive, decisions do not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problem: warnings arrive, decisions do not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010412"/>
            <a:ext cx="8229600" cy="10058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-120000">
            <a:off x="457200" y="96012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051560"/>
            <a:ext cx="54864" cy="822960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078992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Asha, 47, flowering paddy on a low-lying plot in Balasore district. Post-Yaas field reporting documents saltwater on 5,882 hectares of cultivable land across five blocks. The alert came. The action did not.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7492" y="2290572"/>
            <a:ext cx="2529840" cy="1463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68752" y="2313432"/>
            <a:ext cx="82296" cy="131673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-120000">
            <a:off x="457200" y="2240280"/>
            <a:ext cx="2529840" cy="1463040"/>
          </a:xfrm>
          <a:prstGeom prst="roundRect">
            <a:avLst>
              <a:gd name="adj" fmla="val 375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86000"/>
            <a:ext cx="2346960" cy="41148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450592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5,428 acres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594360" y="3072384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 loss across 4 blocks of Kendrapada and Bhadrak, Cyclone Dana 2024 (rapid assessment)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57372" y="2290572"/>
            <a:ext cx="2529840" cy="1463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18632" y="2313432"/>
            <a:ext cx="82296" cy="131673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-120000">
            <a:off x="3307080" y="2240280"/>
            <a:ext cx="2529840" cy="1463040"/>
          </a:xfrm>
          <a:prstGeom prst="roundRect">
            <a:avLst>
              <a:gd name="adj" fmla="val 375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98520" y="2286000"/>
            <a:ext cx="2346960" cy="41148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44240" y="2450592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5,882 ha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3444240" y="3072384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cultivable land salt-affected across 5 Balasore blocks, Cyclone Yaas 2021 (Down To Earth)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07252" y="2290572"/>
            <a:ext cx="2529840" cy="1463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68512" y="2313432"/>
            <a:ext cx="82296" cy="131673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-120000">
            <a:off x="6156960" y="2240280"/>
            <a:ext cx="2529840" cy="1463040"/>
          </a:xfrm>
          <a:prstGeom prst="roundRect">
            <a:avLst>
              <a:gd name="adj" fmla="val 375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48400" y="2286000"/>
            <a:ext cx="2346960" cy="41148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94120" y="2450592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88.5 lakh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6294120" y="3072384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PMFBY crop-insurance enrollments, Rs 2,580 crore claims paid (2020-25, Lok Sabha annexure)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98348" y="401878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Farmers get warnings. They do not get decisions.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57200" y="3977640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Farmers get warnings. They do not get decisions.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YSD Odisha Cyclone Dana rapid assessment (2025); Down To Earth, post-Yaas Kharif report; PMFBY program data. Numbers verified in research wave, dated 2024-2025.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6118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2A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research machine behind this deck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research machine behind this deck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1280160" cy="54864"/>
          </a:xfrm>
          <a:prstGeom prst="rect">
            <a:avLst/>
          </a:prstGeom>
          <a:solidFill>
            <a:srgbClr val="B0B0B0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0185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07992" y="112471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05156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12471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49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16002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deep-research reports across 7 waves, every run multi-channel with coverage tables, noise logs, A-D evidence grades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0080" y="201168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668012" y="110185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68512" y="112471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-90000">
            <a:off x="4617720" y="105156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112471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3.2M+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4800600" y="16002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chars of raw evidence: named, dated sources on every claim, nothing unverified ships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00600" y="201168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07492" y="242773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07992" y="245059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-90000">
            <a:off x="457200" y="237744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45059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4,800+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640080" y="29260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cited source mentions across 6 continents: cyclone/flood/agri ledgers, cascade math, human wisdom, frontier science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40080" y="333756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668012" y="242773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68512" y="245059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-90000">
            <a:off x="4617720" y="237744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245059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A-D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4800600" y="29260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grading on every claim: ODISHA-MEASURED, TRANSFER-PRIOR, SCENARIO-ASSUMPTION, UNKNOWN badges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800600" y="333756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57200" y="38404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single-pass AI summarizes. this is an orchestrated parallel research machine with verification gates: every number in this deck traces to a source you can open.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chain: slide -&gt; proof ledger -&gt; EVIDENCE-INDEX.md -&gt; raw report -&gt; named dated source. Nothing ships without the chain.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solution: an advisory engine, not an alert system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solution: an advisory engine, not an alert system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forecast becomes a decision: an action, a deadline, a source, and a fallback, in Odia, on any phone.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7492" y="1650492"/>
            <a:ext cx="2529840" cy="23774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600200"/>
            <a:ext cx="252984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783080"/>
            <a:ext cx="384048" cy="384048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7899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BEFORE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THE CROP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 or move to raised platform on a deadline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seed, livestock, equipment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evacuate people, secure the house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57372" y="1650492"/>
            <a:ext cx="2529840" cy="23774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-90000">
            <a:off x="3307080" y="1600200"/>
            <a:ext cx="252984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44240" y="1783080"/>
            <a:ext cx="384048" cy="384048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5" name="Text 13"/>
          <p:cNvSpPr/>
          <p:nvPr/>
        </p:nvSpPr>
        <p:spPr>
          <a:xfrm>
            <a:off x="344424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92887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DURING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8996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SHELTER AND SAFETY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Odia guidance for the household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livestock and fodder checklist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advisory reachable offline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07252" y="1650492"/>
            <a:ext cx="2529840" cy="23774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-90000">
            <a:off x="6156960" y="1600200"/>
            <a:ext cx="252984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94120" y="1783080"/>
            <a:ext cx="384048" cy="384048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1" name="Text 19"/>
          <p:cNvSpPr/>
          <p:nvPr/>
        </p:nvSpPr>
        <p:spPr>
          <a:xfrm>
            <a:off x="629412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77875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AFTER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33984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AND CLAIMS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saline flush and re-sowing plan per plot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damage evidence capture on a basic phone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PMFBY claim packet export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framing: the advisory engine is the hero. Acknowledgement and report capture are adaptation features inside it, not the pitch.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Statement-faithful: the official problem is a resilient advisory system for cyclone and flood contexts, with farm-profile-aware, staged actions.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Mechanism: ingest, decide, deliver, recover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Mechanism: ingest, decide, deliver, recover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585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8" name="Text 6"/>
          <p:cNvSpPr/>
          <p:nvPr/>
        </p:nvSpPr>
        <p:spPr>
          <a:xfrm>
            <a:off x="112585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INGEST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IMD forecast plus farm profile: crop, stage, plot, soil, connectivity state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9436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inbox, local, no external runtime deps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36143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262204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7175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040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6" name="Text 14"/>
          <p:cNvSpPr/>
          <p:nvPr/>
        </p:nvSpPr>
        <p:spPr>
          <a:xfrm>
            <a:off x="324040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66319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DECIDE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70891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agronomist-reviewed rule engine: pre/during/post x crop x stage x hazard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70891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proposal carries deadline, source, cost of waiting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7598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473659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8630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5495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4" name="Text 22"/>
          <p:cNvSpPr/>
          <p:nvPr/>
        </p:nvSpPr>
        <p:spPr>
          <a:xfrm>
            <a:off x="535495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77774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DELIVER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2346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Odia SMS and IVR, offline queue, ack and report capture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82346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when the tower drops; syncs when it returns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59053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85114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80085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6950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32" name="Text 30"/>
          <p:cNvSpPr/>
          <p:nvPr/>
        </p:nvSpPr>
        <p:spPr>
          <a:xfrm>
            <a:off x="746950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89229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RECOVER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93801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post-inundation recovery chain and claims evidence packet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93801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observation becomes an insurance claim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same governed pipeline we verified: ingest, decide, propose, approve, audit. Every action leaves a replayable trace.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behavior: given a hazard and a connectivity state, this farmer receives this prioritized action, and the advisory still syncs when bandwidth returns (W3 demo prescription).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Prototype today: verified, honest, offline-capable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Prototype today: verified, honest, offline-capable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01852"/>
            <a:ext cx="4069080" cy="841248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07992" y="1124712"/>
            <a:ext cx="82296" cy="694944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051560"/>
            <a:ext cx="4069080" cy="841248"/>
          </a:xfrm>
          <a:prstGeom prst="roundRect">
            <a:avLst>
              <a:gd name="adj" fmla="val 6522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1430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85 / 85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331720" y="1143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 suites green across approval, trace, providers, multimodal, provenance, feeds, honesty, stress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8012" y="1101852"/>
            <a:ext cx="4069080" cy="841248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68512" y="1124712"/>
            <a:ext cx="82296" cy="694944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-90000">
            <a:off x="4617720" y="1051560"/>
            <a:ext cx="4069080" cy="841248"/>
          </a:xfrm>
          <a:prstGeom prst="roundRect">
            <a:avLst>
              <a:gd name="adj" fmla="val 6522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1430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46 / 46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92240" y="11430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lane fixture scenarios verified, order-independent on fresh databases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7492" y="2061972"/>
            <a:ext cx="4069080" cy="841248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07992" y="2084832"/>
            <a:ext cx="82296" cy="694944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-90000">
            <a:off x="457200" y="2011680"/>
            <a:ext cx="4069080" cy="841248"/>
          </a:xfrm>
          <a:prstGeom prst="roundRect">
            <a:avLst>
              <a:gd name="adj" fmla="val 6522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21031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Zero-dep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2331720" y="21031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stdlib python only: no installs, no API keys, no network. runs on any machine with python3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8012" y="2061972"/>
            <a:ext cx="4069080" cy="841248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68512" y="2084832"/>
            <a:ext cx="82296" cy="694944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-90000">
            <a:off x="4617720" y="2011680"/>
            <a:ext cx="4069080" cy="841248"/>
          </a:xfrm>
          <a:prstGeom prst="roundRect">
            <a:avLst>
              <a:gd name="adj" fmla="val 6522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21031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Self-dependent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492240" y="21031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4G or less, offline-first by design: decision engine + UI run entirely on local CPU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07492" y="3022092"/>
            <a:ext cx="4069080" cy="841248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07992" y="3044952"/>
            <a:ext cx="82296" cy="694944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-90000">
            <a:off x="457200" y="2971800"/>
            <a:ext cx="4069080" cy="841248"/>
          </a:xfrm>
          <a:prstGeom prst="roundRect">
            <a:avLst>
              <a:gd name="adj" fmla="val 6522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3063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Honest mode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2331720" y="30632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badges count actual provider outcomes, no badge-lie, audit trail per action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668012" y="3022092"/>
            <a:ext cx="4069080" cy="841248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668512" y="3044952"/>
            <a:ext cx="82296" cy="694944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-90000">
            <a:off x="4617720" y="2971800"/>
            <a:ext cx="4069080" cy="841248"/>
          </a:xfrm>
          <a:prstGeom prst="roundRect">
            <a:avLst>
              <a:gd name="adj" fmla="val 6522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54880" y="3063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 on CPU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492240" y="30632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CVaR harvest decision, Fani replay band, ladder, claim packet: all computed live, milliseconds, no GPU needed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983480" y="32918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arc (3 minutes): Asha's plot -&gt; cyclone forecast -&gt; staged Odia advisory -&gt; tower drops, advice still syncs -&gt; damage evidence -&gt; claim packet export.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07492" y="4027932"/>
            <a:ext cx="8229600" cy="658368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7200" y="3977640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4059936"/>
            <a:ext cx="45720" cy="493776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405993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honesty: IMD feed is simulated, SMS and IVR run through simulators, agronomy rules are a curated seed set awaiting agronomist review. Nothing is labeled live that is not live.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Verification: fresh runs 2026-08-16 07:40 IST, scaffold eval report on repo. 46/46 eval report is engine-level; agri domain rules are the new layer for Round 1.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this is not another alert system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this is not another alert system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010412"/>
            <a:ext cx="3977640" cy="16916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-120000">
            <a:off x="457200" y="960120"/>
            <a:ext cx="3977640" cy="1691640"/>
          </a:xfrm>
          <a:prstGeom prst="roundRect">
            <a:avLst>
              <a:gd name="adj" fmla="val 3243"/>
            </a:avLst>
          </a:prstGeom>
          <a:solidFill>
            <a:srgbClr val="F2F2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alert says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5A1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"Cyclone expected. Stay safe."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crop, no stage, no deadline, no cost of waiting, no recovery step.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9452" y="1010412"/>
            <a:ext cx="3977640" cy="16916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-120000">
            <a:off x="4709160" y="960120"/>
            <a:ext cx="3977640" cy="1691640"/>
          </a:xfrm>
          <a:prstGeom prst="roundRect">
            <a:avLst>
              <a:gd name="adj" fmla="val 3243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advisory says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92040" y="14630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"Plot 12B, flowering paddy: harvest by 18:00 tomorrow, or move to the raised platform. Source: IMD + rule R17. Cost of waiting: est. yield loss."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926080"/>
                <a:gridCol w="3383280"/>
              </a:tblGrid>
              <a:tr h="301752"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Prior art</a:t>
                      </a:r>
                      <a:endParaRPr lang="en-US" sz="12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Meghdoot (IMD)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alerts and agromet advisories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farm profile, no staged action, no claims path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Fasal, DeHaat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marketplace and credit rails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advisory is content, not a governed decision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Bangladesh CPP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 volunteer warning chain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recovery plan, no claim evidence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WFP anticipatory cash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threshold-triggered cash transfers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cash, not farm action; no crop-stage logic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498348" y="44485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Warnings are infrastructure. Decisions are the product.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57200" y="44074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Warnings are infrastructure. Decisions are the product.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57200" y="4864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art from the statement-faithful research wave: channel evidence in research/raw/v2/cnc-channel-ps07-ultra8x-v2.content.md.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buyers, one verified loop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buyers, one verified loop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284732"/>
            <a:ext cx="2529840" cy="22860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68752" y="1307592"/>
            <a:ext cx="82296" cy="21396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234440"/>
            <a:ext cx="2529840" cy="2286000"/>
          </a:xfrm>
          <a:prstGeom prst="roundRect">
            <a:avLst>
              <a:gd name="adj" fmla="val 24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FPO + extension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advisory subscriptions per farmer via FPOs and KVK extension workers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per verified advisory delivered and acted 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57372" y="1284732"/>
            <a:ext cx="2529840" cy="22860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818632" y="1307592"/>
            <a:ext cx="82296" cy="21396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-90000">
            <a:off x="3307080" y="1234440"/>
            <a:ext cx="2529840" cy="2286000"/>
          </a:xfrm>
          <a:prstGeom prst="roundRect">
            <a:avLst>
              <a:gd name="adj" fmla="val 24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8996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B2G district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48996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Odisha agriculture department and OSDMA, per-block deployment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48996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reduces call volume, gives auditable outreach evidence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07252" y="1284732"/>
            <a:ext cx="2529840" cy="22860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68512" y="1307592"/>
            <a:ext cx="82296" cy="21396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-90000">
            <a:off x="6156960" y="1234440"/>
            <a:ext cx="2529840" cy="2286000"/>
          </a:xfrm>
          <a:prstGeom prst="roundRect">
            <a:avLst>
              <a:gd name="adj" fmla="val 24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3984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Claims rail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33984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PMFBY insurers and aggregators pay per evidence packet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33984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observation converts to claim, both sides win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Seed revenue line for Round 1: one FPO, one season, measured renewal. No consumer subscription fantasy.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Mine verdict: the real buyer is institutional, and the real distribution is extension workers, KCC, FPOs, dealers, and panchayat actors. Consumer subscriptions and network effects are not evidenced.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rail, one pilot, one quarter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rail, one pilot, one quarter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01852"/>
            <a:ext cx="3977640" cy="210312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51560"/>
            <a:ext cx="39776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25400">
            <a:solidFill>
              <a:srgbClr val="0A0A0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rail exists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554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88.5 lakh PMFBY enrollments, Rs 2,580 crore claims paid (2020-25)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1945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Agriculture Mission, Rs 2,817 crore, funds agri-digital public infrastructure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27889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Odisha: cyclone-facing coast, paddy and saline zones, Dana and Yaas damage on record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9452" y="1101852"/>
            <a:ext cx="3977640" cy="210312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09160" y="1051560"/>
            <a:ext cx="39776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25400">
            <a:solidFill>
              <a:srgbClr val="0A0A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pilot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92040" y="1600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one coastal block with extension-worker access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920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one agronomist-reviewed rule pack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92040" y="2606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measure comprehension and claim conversion, not downloads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" y="347014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Named rail, named pilot, dated outcome. That is the Round 1 contract.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3429000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Named rail, named pilot, dated outcome. That is the Round 1 contract.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PMFBY program data; Digital Agriculture Mission allocation; YSD Dana assessment; Down To Earth Yaas report. All dated 2024-2025, verified in the research wave.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slide after traction in YC ordering. No TAM multiplication, no 'everyone everywhere' line.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Team 511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Team 511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47572"/>
            <a:ext cx="2529840" cy="18288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25298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02080" y="1280160"/>
            <a:ext cx="640080" cy="64008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8" name="Text 6"/>
          <p:cNvSpPr/>
          <p:nvPr/>
        </p:nvSpPr>
        <p:spPr>
          <a:xfrm>
            <a:off x="140208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436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Harsh Gounder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436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Lead, E&amp;CE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9436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everything: architecture, code, research method, 49-report evidence wave, backend, QA, devops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57372" y="1147572"/>
            <a:ext cx="2529840" cy="18288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07080" y="1097280"/>
            <a:ext cx="25298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51960" y="1280160"/>
            <a:ext cx="640080" cy="64008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5" name="Text 13"/>
          <p:cNvSpPr/>
          <p:nvPr/>
        </p:nvSpPr>
        <p:spPr>
          <a:xfrm>
            <a:off x="425196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44424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Ayush Kharwar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4424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 and design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44424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build and design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07252" y="1147572"/>
            <a:ext cx="2529840" cy="18288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56960" y="1097280"/>
            <a:ext cx="25298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01840" y="1280160"/>
            <a:ext cx="640080" cy="64008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2" name="Text 20"/>
          <p:cNvSpPr/>
          <p:nvPr/>
        </p:nvSpPr>
        <p:spPr>
          <a:xfrm>
            <a:off x="710184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29412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Sujal Shukla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29412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 design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29412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assistance on the presentation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Already shipped: a verified governed pipeline (85/85 suites), honest outcome badges, and a statement-faithful research method with every claim sourced.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E&amp;CE research profile matches the statement core: sensors, communications, ML, power resilience.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5548" y="95554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A2A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Grade our decision quality.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Grade our decision quality.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97280" y="164592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action, why now, why this channel. That is the product, and your questions shape Round 1.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147572" y="2427732"/>
            <a:ext cx="694944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377440"/>
            <a:ext cx="6949440" cy="1371600"/>
          </a:xfrm>
          <a:prstGeom prst="roundRect">
            <a:avLst>
              <a:gd name="adj" fmla="val 4000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70432" y="2450592"/>
            <a:ext cx="45720" cy="1188720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25880" y="2542032"/>
            <a:ext cx="6492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limitation, stated openly: the rule set is a curated seed awaiting agronomist review; the IMD feed and telecom delivery are simulated in this prototype, and nothing is sent over live SMS or WhatsApp. Every claim in this deck has a dated source on the repo.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3 minutes  |  Repo: github.com/harshgounder/craft-n-code  |  Team 511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2026-08-16T10:45:44Z</dcterms:created>
  <dcterms:modified xsi:type="dcterms:W3CDTF">2026-08-16T10:45:44Z</dcterms:modified>
</cp:coreProperties>
</file>