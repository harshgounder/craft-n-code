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 lakh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enrollments, Rs 2,580 crore claims paid (2020-25, Lok Sabha annexure)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machine behind this deck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01168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72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A-D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 lakh PMFBY enrollments, Rs 2,580 crore claims paid (2020-25)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2026-08-16T09:51:23Z</dcterms:created>
  <dcterms:modified xsi:type="dcterms:W3CDTF">2026-08-16T09:51:23Z</dcterms:modified>
</cp:coreProperties>
</file>