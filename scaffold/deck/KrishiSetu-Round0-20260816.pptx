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142B1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0F5EA"/>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0F5EA"/>
          </a:solidFill>
          <a:ln w="12700">
            <a:solidFill>
              <a:srgbClr val="F0F5EA"/>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8FAE8B"/>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8FAE8B"/>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8229600" cy="1005840"/>
          </a:xfrm>
          <a:prstGeom prst="rect">
            <a:avLst/>
          </a:prstGeom>
          <a:solidFill>
            <a:srgbClr val="D8E8C8"/>
          </a:solidFill>
          <a:ln w="12700">
            <a:solidFill>
              <a:srgbClr val="D8E8C8"/>
            </a:solidFill>
            <a:prstDash val="solid"/>
          </a:ln>
        </p:spPr>
      </p:sp>
      <p:sp>
        <p:nvSpPr>
          <p:cNvPr id="6" name="Shape 4"/>
          <p:cNvSpPr/>
          <p:nvPr/>
        </p:nvSpPr>
        <p:spPr>
          <a:xfrm rot="-120000">
            <a:off x="457200" y="960120"/>
            <a:ext cx="8229600" cy="1005840"/>
          </a:xfrm>
          <a:prstGeom prst="roundRect">
            <a:avLst>
              <a:gd name="adj" fmla="val 7273"/>
            </a:avLst>
          </a:prstGeom>
          <a:solidFill>
            <a:srgbClr val="1F3D26"/>
          </a:solidFill>
          <a:ln w="12700">
            <a:solidFill>
              <a:srgbClr val="FFFFFF"/>
            </a:solidFill>
            <a:prstDash val="solid"/>
          </a:ln>
        </p:spPr>
      </p:sp>
      <p:sp>
        <p:nvSpPr>
          <p:cNvPr id="7" name="Shape 5"/>
          <p:cNvSpPr/>
          <p:nvPr/>
        </p:nvSpPr>
        <p:spPr>
          <a:xfrm>
            <a:off x="566928" y="1051560"/>
            <a:ext cx="54864" cy="822960"/>
          </a:xfrm>
          <a:prstGeom prst="rect">
            <a:avLst/>
          </a:prstGeom>
          <a:solidFill>
            <a:srgbClr val="97BC62"/>
          </a:solidFill>
          <a:ln w="12700">
            <a:solidFill>
              <a:srgbClr val="97BC62"/>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0F5EA"/>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D8E8C8"/>
          </a:solidFill>
          <a:ln w="12700">
            <a:solidFill>
              <a:srgbClr val="D8E8C8"/>
            </a:solidFill>
            <a:prstDash val="solid"/>
          </a:ln>
        </p:spPr>
      </p:sp>
      <p:sp>
        <p:nvSpPr>
          <p:cNvPr id="10" name="Shape 8"/>
          <p:cNvSpPr/>
          <p:nvPr/>
        </p:nvSpPr>
        <p:spPr>
          <a:xfrm>
            <a:off x="2968752" y="2313432"/>
            <a:ext cx="82296" cy="1316736"/>
          </a:xfrm>
          <a:prstGeom prst="parallelogram">
            <a:avLst/>
          </a:prstGeom>
          <a:solidFill>
            <a:srgbClr val="3E5C42"/>
          </a:solidFill>
          <a:ln w="12700">
            <a:solidFill>
              <a:srgbClr val="3E5C42"/>
            </a:solidFill>
            <a:prstDash val="solid"/>
          </a:ln>
        </p:spPr>
      </p:sp>
      <p:sp>
        <p:nvSpPr>
          <p:cNvPr id="11" name="Shape 9"/>
          <p:cNvSpPr/>
          <p:nvPr/>
        </p:nvSpPr>
        <p:spPr>
          <a:xfrm rot="-120000">
            <a:off x="457200" y="2240280"/>
            <a:ext cx="2529840" cy="1463040"/>
          </a:xfrm>
          <a:prstGeom prst="roundRect">
            <a:avLst>
              <a:gd name="adj" fmla="val 3750"/>
            </a:avLst>
          </a:prstGeom>
          <a:solidFill>
            <a:srgbClr val="1F3D26"/>
          </a:solidFill>
          <a:ln w="12700">
            <a:solidFill>
              <a:srgbClr val="FFFFFF"/>
            </a:solidFill>
            <a:prstDash val="solid"/>
          </a:ln>
        </p:spPr>
      </p:sp>
      <p:sp>
        <p:nvSpPr>
          <p:cNvPr id="12" name="Shape 10"/>
          <p:cNvSpPr/>
          <p:nvPr/>
        </p:nvSpPr>
        <p:spPr>
          <a:xfrm>
            <a:off x="548640" y="2286000"/>
            <a:ext cx="2346960" cy="41148"/>
          </a:xfrm>
          <a:prstGeom prst="rect">
            <a:avLst/>
          </a:prstGeom>
          <a:solidFill>
            <a:srgbClr val="97BC62"/>
          </a:solidFill>
          <a:ln w="12700">
            <a:solidFill>
              <a:srgbClr val="97BC62"/>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D8E8C8"/>
          </a:solidFill>
          <a:ln w="12700">
            <a:solidFill>
              <a:srgbClr val="D8E8C8"/>
            </a:solidFill>
            <a:prstDash val="solid"/>
          </a:ln>
        </p:spPr>
      </p:sp>
      <p:sp>
        <p:nvSpPr>
          <p:cNvPr id="16" name="Shape 14"/>
          <p:cNvSpPr/>
          <p:nvPr/>
        </p:nvSpPr>
        <p:spPr>
          <a:xfrm>
            <a:off x="5818632" y="2313432"/>
            <a:ext cx="82296" cy="1316736"/>
          </a:xfrm>
          <a:prstGeom prst="parallelogram">
            <a:avLst/>
          </a:prstGeom>
          <a:solidFill>
            <a:srgbClr val="3E5C42"/>
          </a:solidFill>
          <a:ln w="12700">
            <a:solidFill>
              <a:srgbClr val="3E5C42"/>
            </a:solidFill>
            <a:prstDash val="solid"/>
          </a:ln>
        </p:spPr>
      </p:sp>
      <p:sp>
        <p:nvSpPr>
          <p:cNvPr id="17" name="Shape 15"/>
          <p:cNvSpPr/>
          <p:nvPr/>
        </p:nvSpPr>
        <p:spPr>
          <a:xfrm rot="-120000">
            <a:off x="3307080" y="2240280"/>
            <a:ext cx="2529840" cy="1463040"/>
          </a:xfrm>
          <a:prstGeom prst="roundRect">
            <a:avLst>
              <a:gd name="adj" fmla="val 3750"/>
            </a:avLst>
          </a:prstGeom>
          <a:solidFill>
            <a:srgbClr val="1F3D26"/>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97BC62"/>
          </a:solidFill>
          <a:ln w="12700">
            <a:solidFill>
              <a:srgbClr val="97BC62"/>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D8E8C8"/>
          </a:solidFill>
          <a:ln w="12700">
            <a:solidFill>
              <a:srgbClr val="D8E8C8"/>
            </a:solidFill>
            <a:prstDash val="solid"/>
          </a:ln>
        </p:spPr>
      </p:sp>
      <p:sp>
        <p:nvSpPr>
          <p:cNvPr id="22" name="Shape 20"/>
          <p:cNvSpPr/>
          <p:nvPr/>
        </p:nvSpPr>
        <p:spPr>
          <a:xfrm>
            <a:off x="8668512" y="2313432"/>
            <a:ext cx="82296" cy="1316736"/>
          </a:xfrm>
          <a:prstGeom prst="parallelogram">
            <a:avLst/>
          </a:prstGeom>
          <a:solidFill>
            <a:srgbClr val="3E5C42"/>
          </a:solidFill>
          <a:ln w="12700">
            <a:solidFill>
              <a:srgbClr val="3E5C42"/>
            </a:solidFill>
            <a:prstDash val="solid"/>
          </a:ln>
        </p:spPr>
      </p:sp>
      <p:sp>
        <p:nvSpPr>
          <p:cNvPr id="23" name="Shape 21"/>
          <p:cNvSpPr/>
          <p:nvPr/>
        </p:nvSpPr>
        <p:spPr>
          <a:xfrm rot="-120000">
            <a:off x="6156960" y="2240280"/>
            <a:ext cx="2529840" cy="1463040"/>
          </a:xfrm>
          <a:prstGeom prst="roundRect">
            <a:avLst>
              <a:gd name="adj" fmla="val 3750"/>
            </a:avLst>
          </a:prstGeom>
          <a:solidFill>
            <a:srgbClr val="1F3D26"/>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97BC62"/>
          </a:solidFill>
          <a:ln w="12700">
            <a:solidFill>
              <a:srgbClr val="97BC62"/>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D8E8C8"/>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2C5F2D"/>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142B1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8FAE8B"/>
          </a:solidFill>
          <a:ln w="12700">
            <a:solidFill>
              <a:srgbClr val="8FAE8B"/>
            </a:solidFill>
            <a:prstDash val="solid"/>
          </a:ln>
        </p:spPr>
      </p:sp>
      <p:sp>
        <p:nvSpPr>
          <p:cNvPr id="5" name="Shape 3"/>
          <p:cNvSpPr/>
          <p:nvPr/>
        </p:nvSpPr>
        <p:spPr>
          <a:xfrm>
            <a:off x="507492" y="1101852"/>
            <a:ext cx="4069080" cy="1188720"/>
          </a:xfrm>
          <a:prstGeom prst="rect">
            <a:avLst/>
          </a:prstGeom>
          <a:solidFill>
            <a:srgbClr val="142B1A"/>
          </a:solidFill>
          <a:ln w="12700">
            <a:solidFill>
              <a:srgbClr val="142B1A"/>
            </a:solidFill>
            <a:prstDash val="solid"/>
          </a:ln>
        </p:spPr>
      </p:sp>
      <p:sp>
        <p:nvSpPr>
          <p:cNvPr id="6" name="Shape 4"/>
          <p:cNvSpPr/>
          <p:nvPr/>
        </p:nvSpPr>
        <p:spPr>
          <a:xfrm>
            <a:off x="4507992" y="1124712"/>
            <a:ext cx="82296" cy="1042416"/>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1188720"/>
          </a:xfrm>
          <a:prstGeom prst="roundRect">
            <a:avLst>
              <a:gd name="adj" fmla="val 4615"/>
            </a:avLst>
          </a:prstGeom>
          <a:solidFill>
            <a:srgbClr val="2A4A33"/>
          </a:solidFill>
          <a:ln w="12700">
            <a:solidFill>
              <a:srgbClr val="142B1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research reports across 7 waves, every one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142B1A"/>
          </a:solidFill>
          <a:ln w="12700">
            <a:solidFill>
              <a:srgbClr val="142B1A"/>
            </a:solidFill>
            <a:prstDash val="solid"/>
          </a:ln>
        </p:spPr>
      </p:sp>
      <p:sp>
        <p:nvSpPr>
          <p:cNvPr id="12" name="Shape 10"/>
          <p:cNvSpPr/>
          <p:nvPr/>
        </p:nvSpPr>
        <p:spPr>
          <a:xfrm>
            <a:off x="8668512" y="1124712"/>
            <a:ext cx="82296" cy="1042416"/>
          </a:xfrm>
          <a:prstGeom prst="parallelogram">
            <a:avLst/>
          </a:prstGeom>
          <a:solidFill>
            <a:srgbClr val="3E5C42"/>
          </a:solidFill>
          <a:ln w="12700">
            <a:solidFill>
              <a:srgbClr val="3E5C42"/>
            </a:solidFill>
            <a:prstDash val="solid"/>
          </a:ln>
        </p:spPr>
      </p:sp>
      <p:sp>
        <p:nvSpPr>
          <p:cNvPr id="13" name="Shape 11"/>
          <p:cNvSpPr/>
          <p:nvPr/>
        </p:nvSpPr>
        <p:spPr>
          <a:xfrm rot="-90000">
            <a:off x="4617720" y="1051560"/>
            <a:ext cx="4069080" cy="1188720"/>
          </a:xfrm>
          <a:prstGeom prst="roundRect">
            <a:avLst>
              <a:gd name="adj" fmla="val 4615"/>
            </a:avLst>
          </a:prstGeom>
          <a:solidFill>
            <a:srgbClr val="2A4A33"/>
          </a:solidFill>
          <a:ln w="12700">
            <a:solidFill>
              <a:srgbClr val="142B1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142B1A"/>
          </a:solidFill>
          <a:ln w="12700">
            <a:solidFill>
              <a:srgbClr val="142B1A"/>
            </a:solidFill>
            <a:prstDash val="solid"/>
          </a:ln>
        </p:spPr>
      </p:sp>
      <p:sp>
        <p:nvSpPr>
          <p:cNvPr id="18" name="Shape 16"/>
          <p:cNvSpPr/>
          <p:nvPr/>
        </p:nvSpPr>
        <p:spPr>
          <a:xfrm>
            <a:off x="4507992" y="2450592"/>
            <a:ext cx="82296" cy="1042416"/>
          </a:xfrm>
          <a:prstGeom prst="parallelogram">
            <a:avLst/>
          </a:prstGeom>
          <a:solidFill>
            <a:srgbClr val="3E5C42"/>
          </a:solidFill>
          <a:ln w="12700">
            <a:solidFill>
              <a:srgbClr val="3E5C42"/>
            </a:solidFill>
            <a:prstDash val="solid"/>
          </a:ln>
        </p:spPr>
      </p:sp>
      <p:sp>
        <p:nvSpPr>
          <p:cNvPr id="19" name="Shape 17"/>
          <p:cNvSpPr/>
          <p:nvPr/>
        </p:nvSpPr>
        <p:spPr>
          <a:xfrm rot="-90000">
            <a:off x="457200" y="2377440"/>
            <a:ext cx="4069080" cy="1188720"/>
          </a:xfrm>
          <a:prstGeom prst="roundRect">
            <a:avLst>
              <a:gd name="adj" fmla="val 4615"/>
            </a:avLst>
          </a:prstGeom>
          <a:solidFill>
            <a:srgbClr val="2A4A33"/>
          </a:solidFill>
          <a:ln w="12700">
            <a:solidFill>
              <a:srgbClr val="142B1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142B1A"/>
          </a:solidFill>
          <a:ln w="12700">
            <a:solidFill>
              <a:srgbClr val="142B1A"/>
            </a:solidFill>
            <a:prstDash val="solid"/>
          </a:ln>
        </p:spPr>
      </p:sp>
      <p:sp>
        <p:nvSpPr>
          <p:cNvPr id="24" name="Shape 22"/>
          <p:cNvSpPr/>
          <p:nvPr/>
        </p:nvSpPr>
        <p:spPr>
          <a:xfrm>
            <a:off x="8668512" y="2450592"/>
            <a:ext cx="82296" cy="1042416"/>
          </a:xfrm>
          <a:prstGeom prst="parallelogram">
            <a:avLst/>
          </a:prstGeom>
          <a:solidFill>
            <a:srgbClr val="3E5C42"/>
          </a:solidFill>
          <a:ln w="12700">
            <a:solidFill>
              <a:srgbClr val="3E5C42"/>
            </a:solidFill>
            <a:prstDash val="solid"/>
          </a:ln>
        </p:spPr>
      </p:sp>
      <p:sp>
        <p:nvSpPr>
          <p:cNvPr id="25" name="Shape 23"/>
          <p:cNvSpPr/>
          <p:nvPr/>
        </p:nvSpPr>
        <p:spPr>
          <a:xfrm rot="-90000">
            <a:off x="4617720" y="2377440"/>
            <a:ext cx="4069080" cy="1188720"/>
          </a:xfrm>
          <a:prstGeom prst="roundRect">
            <a:avLst>
              <a:gd name="adj" fmla="val 4615"/>
            </a:avLst>
          </a:prstGeom>
          <a:solidFill>
            <a:srgbClr val="2A4A33"/>
          </a:solidFill>
          <a:ln w="12700">
            <a:solidFill>
              <a:srgbClr val="142B1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0F5EA"/>
                </a:solidFill>
                <a:latin typeface="Arial Black" pitchFamily="34" charset="0"/>
                <a:ea typeface="Arial Black" pitchFamily="34" charset="-122"/>
                <a:cs typeface="Arial Black" pitchFamily="34" charset="-120"/>
              </a:rPr>
              <a:t>every number in this deck traces to a source you can open: slide, proof ledger, index, raw report. nothing ships without the chain.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142B1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0F5EA"/>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0F5EA"/>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142B1A"/>
          </a:solidFill>
          <a:ln w="12700">
            <a:solidFill>
              <a:srgbClr val="142B1A"/>
            </a:solidFill>
            <a:prstDash val="solid"/>
          </a:ln>
        </p:spPr>
      </p:sp>
      <p:sp>
        <p:nvSpPr>
          <p:cNvPr id="7" name="Shape 5"/>
          <p:cNvSpPr/>
          <p:nvPr/>
        </p:nvSpPr>
        <p:spPr>
          <a:xfrm>
            <a:off x="4507992" y="1764792"/>
            <a:ext cx="82296" cy="996696"/>
          </a:xfrm>
          <a:prstGeom prst="parallelogram">
            <a:avLst/>
          </a:prstGeom>
          <a:solidFill>
            <a:srgbClr val="3E5C42"/>
          </a:solidFill>
          <a:ln w="12700">
            <a:solidFill>
              <a:srgbClr val="3E5C42"/>
            </a:solidFill>
            <a:prstDash val="solid"/>
          </a:ln>
        </p:spPr>
      </p:sp>
      <p:sp>
        <p:nvSpPr>
          <p:cNvPr id="8" name="Shape 6"/>
          <p:cNvSpPr/>
          <p:nvPr/>
        </p:nvSpPr>
        <p:spPr>
          <a:xfrm rot="-90000">
            <a:off x="457200" y="1691640"/>
            <a:ext cx="4069080" cy="1143000"/>
          </a:xfrm>
          <a:prstGeom prst="roundRect">
            <a:avLst>
              <a:gd name="adj" fmla="val 4800"/>
            </a:avLst>
          </a:prstGeom>
          <a:solidFill>
            <a:srgbClr val="2A4A33"/>
          </a:solidFill>
          <a:ln w="12700">
            <a:solidFill>
              <a:srgbClr val="142B1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142B1A"/>
          </a:solidFill>
          <a:ln w="12700">
            <a:solidFill>
              <a:srgbClr val="142B1A"/>
            </a:solidFill>
            <a:prstDash val="solid"/>
          </a:ln>
        </p:spPr>
      </p:sp>
      <p:sp>
        <p:nvSpPr>
          <p:cNvPr id="12" name="Shape 10"/>
          <p:cNvSpPr/>
          <p:nvPr/>
        </p:nvSpPr>
        <p:spPr>
          <a:xfrm>
            <a:off x="8668512" y="1764792"/>
            <a:ext cx="82296" cy="996696"/>
          </a:xfrm>
          <a:prstGeom prst="parallelogram">
            <a:avLst/>
          </a:prstGeom>
          <a:solidFill>
            <a:srgbClr val="3E5C42"/>
          </a:solidFill>
          <a:ln w="12700">
            <a:solidFill>
              <a:srgbClr val="3E5C42"/>
            </a:solidFill>
            <a:prstDash val="solid"/>
          </a:ln>
        </p:spPr>
      </p:sp>
      <p:sp>
        <p:nvSpPr>
          <p:cNvPr id="13" name="Shape 11"/>
          <p:cNvSpPr/>
          <p:nvPr/>
        </p:nvSpPr>
        <p:spPr>
          <a:xfrm rot="-90000">
            <a:off x="4617720" y="1691640"/>
            <a:ext cx="4069080" cy="1143000"/>
          </a:xfrm>
          <a:prstGeom prst="roundRect">
            <a:avLst>
              <a:gd name="adj" fmla="val 4800"/>
            </a:avLst>
          </a:prstGeom>
          <a:solidFill>
            <a:srgbClr val="2A4A33"/>
          </a:solidFill>
          <a:ln w="12700">
            <a:solidFill>
              <a:srgbClr val="142B1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142B1A"/>
          </a:solidFill>
          <a:ln w="12700">
            <a:solidFill>
              <a:srgbClr val="142B1A"/>
            </a:solidFill>
            <a:prstDash val="solid"/>
          </a:ln>
        </p:spPr>
      </p:sp>
      <p:sp>
        <p:nvSpPr>
          <p:cNvPr id="17" name="Shape 15"/>
          <p:cNvSpPr/>
          <p:nvPr/>
        </p:nvSpPr>
        <p:spPr>
          <a:xfrm>
            <a:off x="4507992" y="2999232"/>
            <a:ext cx="82296" cy="996696"/>
          </a:xfrm>
          <a:prstGeom prst="parallelogram">
            <a:avLst/>
          </a:prstGeom>
          <a:solidFill>
            <a:srgbClr val="3E5C42"/>
          </a:solidFill>
          <a:ln w="12700">
            <a:solidFill>
              <a:srgbClr val="3E5C42"/>
            </a:solidFill>
            <a:prstDash val="solid"/>
          </a:ln>
        </p:spPr>
      </p:sp>
      <p:sp>
        <p:nvSpPr>
          <p:cNvPr id="18" name="Shape 16"/>
          <p:cNvSpPr/>
          <p:nvPr/>
        </p:nvSpPr>
        <p:spPr>
          <a:xfrm rot="-90000">
            <a:off x="457200" y="2926080"/>
            <a:ext cx="4069080" cy="1143000"/>
          </a:xfrm>
          <a:prstGeom prst="roundRect">
            <a:avLst>
              <a:gd name="adj" fmla="val 4800"/>
            </a:avLst>
          </a:prstGeom>
          <a:solidFill>
            <a:srgbClr val="2A4A33"/>
          </a:solidFill>
          <a:ln w="12700">
            <a:solidFill>
              <a:srgbClr val="142B1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142B1A"/>
          </a:solidFill>
          <a:ln w="12700">
            <a:solidFill>
              <a:srgbClr val="142B1A"/>
            </a:solidFill>
            <a:prstDash val="solid"/>
          </a:ln>
        </p:spPr>
      </p:sp>
      <p:sp>
        <p:nvSpPr>
          <p:cNvPr id="22" name="Shape 20"/>
          <p:cNvSpPr/>
          <p:nvPr/>
        </p:nvSpPr>
        <p:spPr>
          <a:xfrm>
            <a:off x="8668512" y="2999232"/>
            <a:ext cx="82296" cy="996696"/>
          </a:xfrm>
          <a:prstGeom prst="parallelogram">
            <a:avLst/>
          </a:prstGeom>
          <a:solidFill>
            <a:srgbClr val="3E5C42"/>
          </a:solidFill>
          <a:ln w="12700">
            <a:solidFill>
              <a:srgbClr val="3E5C42"/>
            </a:solidFill>
            <a:prstDash val="solid"/>
          </a:ln>
        </p:spPr>
      </p:sp>
      <p:sp>
        <p:nvSpPr>
          <p:cNvPr id="23" name="Shape 21"/>
          <p:cNvSpPr/>
          <p:nvPr/>
        </p:nvSpPr>
        <p:spPr>
          <a:xfrm rot="-90000">
            <a:off x="4617720" y="2926080"/>
            <a:ext cx="4069080" cy="1143000"/>
          </a:xfrm>
          <a:prstGeom prst="roundRect">
            <a:avLst>
              <a:gd name="adj" fmla="val 4800"/>
            </a:avLst>
          </a:prstGeom>
          <a:solidFill>
            <a:srgbClr val="2A4A33"/>
          </a:solidFill>
          <a:ln w="12700">
            <a:solidFill>
              <a:srgbClr val="142B1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D8E8C8"/>
          </a:solidFill>
          <a:ln w="12700">
            <a:solidFill>
              <a:srgbClr val="D8E8C8"/>
            </a:solidFill>
            <a:prstDash val="solid"/>
          </a:ln>
        </p:spPr>
      </p:sp>
      <p:sp>
        <p:nvSpPr>
          <p:cNvPr id="7" name="Shape 5"/>
          <p:cNvSpPr/>
          <p:nvPr/>
        </p:nvSpPr>
        <p:spPr>
          <a:xfrm rot="-90000">
            <a:off x="457200" y="1600200"/>
            <a:ext cx="2529840" cy="2377440"/>
          </a:xfrm>
          <a:prstGeom prst="roundRect">
            <a:avLst>
              <a:gd name="adj" fmla="val 2308"/>
            </a:avLst>
          </a:prstGeom>
          <a:solidFill>
            <a:srgbClr val="F0F5EA"/>
          </a:solidFill>
          <a:ln w="19050">
            <a:solidFill>
              <a:srgbClr val="2C5F2D"/>
            </a:solidFill>
            <a:prstDash val="solid"/>
          </a:ln>
        </p:spPr>
      </p:sp>
      <p:sp>
        <p:nvSpPr>
          <p:cNvPr id="8" name="Shape 6"/>
          <p:cNvSpPr/>
          <p:nvPr/>
        </p:nvSpPr>
        <p:spPr>
          <a:xfrm>
            <a:off x="594360" y="1783080"/>
            <a:ext cx="384048" cy="384048"/>
          </a:xfrm>
          <a:prstGeom prst="ellipse">
            <a:avLst/>
          </a:prstGeom>
          <a:solidFill>
            <a:srgbClr val="1F3D26"/>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D8E8C8"/>
          </a:solidFill>
          <a:ln w="12700">
            <a:solidFill>
              <a:srgbClr val="D8E8C8"/>
            </a:solidFill>
            <a:prstDash val="solid"/>
          </a:ln>
        </p:spPr>
      </p:sp>
      <p:sp>
        <p:nvSpPr>
          <p:cNvPr id="13" name="Shape 11"/>
          <p:cNvSpPr/>
          <p:nvPr/>
        </p:nvSpPr>
        <p:spPr>
          <a:xfrm rot="-90000">
            <a:off x="3307080" y="1600200"/>
            <a:ext cx="2529840" cy="2377440"/>
          </a:xfrm>
          <a:prstGeom prst="roundRect">
            <a:avLst>
              <a:gd name="adj" fmla="val 2308"/>
            </a:avLst>
          </a:prstGeom>
          <a:solidFill>
            <a:srgbClr val="F0F5EA"/>
          </a:solidFill>
          <a:ln w="19050">
            <a:solidFill>
              <a:srgbClr val="2C5F2D"/>
            </a:solidFill>
            <a:prstDash val="solid"/>
          </a:ln>
        </p:spPr>
      </p:sp>
      <p:sp>
        <p:nvSpPr>
          <p:cNvPr id="14" name="Shape 12"/>
          <p:cNvSpPr/>
          <p:nvPr/>
        </p:nvSpPr>
        <p:spPr>
          <a:xfrm>
            <a:off x="3444240" y="1783080"/>
            <a:ext cx="384048" cy="384048"/>
          </a:xfrm>
          <a:prstGeom prst="ellipse">
            <a:avLst/>
          </a:prstGeom>
          <a:solidFill>
            <a:srgbClr val="1F3D26"/>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D8E8C8"/>
          </a:solidFill>
          <a:ln w="12700">
            <a:solidFill>
              <a:srgbClr val="D8E8C8"/>
            </a:solidFill>
            <a:prstDash val="solid"/>
          </a:ln>
        </p:spPr>
      </p:sp>
      <p:sp>
        <p:nvSpPr>
          <p:cNvPr id="19" name="Shape 17"/>
          <p:cNvSpPr/>
          <p:nvPr/>
        </p:nvSpPr>
        <p:spPr>
          <a:xfrm rot="-90000">
            <a:off x="6156960" y="1600200"/>
            <a:ext cx="2529840" cy="2377440"/>
          </a:xfrm>
          <a:prstGeom prst="roundRect">
            <a:avLst>
              <a:gd name="adj" fmla="val 2308"/>
            </a:avLst>
          </a:prstGeom>
          <a:solidFill>
            <a:srgbClr val="F0F5EA"/>
          </a:solidFill>
          <a:ln w="19050">
            <a:solidFill>
              <a:srgbClr val="2C5F2D"/>
            </a:solidFill>
            <a:prstDash val="solid"/>
          </a:ln>
        </p:spPr>
      </p:sp>
      <p:sp>
        <p:nvSpPr>
          <p:cNvPr id="20" name="Shape 18"/>
          <p:cNvSpPr/>
          <p:nvPr/>
        </p:nvSpPr>
        <p:spPr>
          <a:xfrm>
            <a:off x="6294120" y="1783080"/>
            <a:ext cx="384048" cy="384048"/>
          </a:xfrm>
          <a:prstGeom prst="ellipse">
            <a:avLst/>
          </a:prstGeom>
          <a:solidFill>
            <a:srgbClr val="1F3D26"/>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5A6B5A"/>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93292"/>
            <a:ext cx="1885950" cy="2606040"/>
          </a:xfrm>
          <a:prstGeom prst="rect">
            <a:avLst/>
          </a:prstGeom>
          <a:solidFill>
            <a:srgbClr val="D8E8C8"/>
          </a:solidFill>
          <a:ln w="12700">
            <a:solidFill>
              <a:srgbClr val="D8E8C8"/>
            </a:solidFill>
            <a:prstDash val="solid"/>
          </a:ln>
        </p:spPr>
      </p:sp>
      <p:sp>
        <p:nvSpPr>
          <p:cNvPr id="6" name="Shape 4"/>
          <p:cNvSpPr/>
          <p:nvPr/>
        </p:nvSpPr>
        <p:spPr>
          <a:xfrm>
            <a:off x="457200" y="1143000"/>
            <a:ext cx="1885950" cy="2606040"/>
          </a:xfrm>
          <a:prstGeom prst="roundRect">
            <a:avLst>
              <a:gd name="adj" fmla="val 2909"/>
            </a:avLst>
          </a:prstGeom>
          <a:solidFill>
            <a:srgbClr val="F0F5EA"/>
          </a:solidFill>
          <a:ln w="19050">
            <a:solidFill>
              <a:srgbClr val="2C5F2D"/>
            </a:solidFill>
            <a:prstDash val="solid"/>
          </a:ln>
        </p:spPr>
      </p:sp>
      <p:sp>
        <p:nvSpPr>
          <p:cNvPr id="7" name="Shape 5"/>
          <p:cNvSpPr/>
          <p:nvPr/>
        </p:nvSpPr>
        <p:spPr>
          <a:xfrm>
            <a:off x="1125855" y="1325880"/>
            <a:ext cx="548640" cy="548640"/>
          </a:xfrm>
          <a:prstGeom prst="ellipse">
            <a:avLst/>
          </a:prstGeom>
          <a:solidFill>
            <a:srgbClr val="1F3D26"/>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D8E8C8"/>
          </a:solidFill>
          <a:ln w="12700">
            <a:solidFill>
              <a:srgbClr val="D8E8C8"/>
            </a:solidFill>
            <a:prstDash val="solid"/>
          </a:ln>
        </p:spPr>
      </p:sp>
      <p:sp>
        <p:nvSpPr>
          <p:cNvPr id="14" name="Shape 12"/>
          <p:cNvSpPr/>
          <p:nvPr/>
        </p:nvSpPr>
        <p:spPr>
          <a:xfrm>
            <a:off x="2571750" y="1143000"/>
            <a:ext cx="1885950" cy="2606040"/>
          </a:xfrm>
          <a:prstGeom prst="roundRect">
            <a:avLst>
              <a:gd name="adj" fmla="val 2909"/>
            </a:avLst>
          </a:prstGeom>
          <a:solidFill>
            <a:srgbClr val="F0F5EA"/>
          </a:solidFill>
          <a:ln w="19050">
            <a:solidFill>
              <a:srgbClr val="2C5F2D"/>
            </a:solidFill>
            <a:prstDash val="solid"/>
          </a:ln>
        </p:spPr>
      </p:sp>
      <p:sp>
        <p:nvSpPr>
          <p:cNvPr id="15" name="Shape 13"/>
          <p:cNvSpPr/>
          <p:nvPr/>
        </p:nvSpPr>
        <p:spPr>
          <a:xfrm>
            <a:off x="3240405" y="1325880"/>
            <a:ext cx="548640" cy="548640"/>
          </a:xfrm>
          <a:prstGeom prst="ellipse">
            <a:avLst/>
          </a:prstGeom>
          <a:solidFill>
            <a:srgbClr val="1F3D26"/>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D8E8C8"/>
          </a:solidFill>
          <a:ln w="12700">
            <a:solidFill>
              <a:srgbClr val="D8E8C8"/>
            </a:solidFill>
            <a:prstDash val="solid"/>
          </a:ln>
        </p:spPr>
      </p:sp>
      <p:sp>
        <p:nvSpPr>
          <p:cNvPr id="22" name="Shape 20"/>
          <p:cNvSpPr/>
          <p:nvPr/>
        </p:nvSpPr>
        <p:spPr>
          <a:xfrm>
            <a:off x="4686300" y="1143000"/>
            <a:ext cx="1885950" cy="2606040"/>
          </a:xfrm>
          <a:prstGeom prst="roundRect">
            <a:avLst>
              <a:gd name="adj" fmla="val 2909"/>
            </a:avLst>
          </a:prstGeom>
          <a:solidFill>
            <a:srgbClr val="F0F5EA"/>
          </a:solidFill>
          <a:ln w="19050">
            <a:solidFill>
              <a:srgbClr val="2C5F2D"/>
            </a:solidFill>
            <a:prstDash val="solid"/>
          </a:ln>
        </p:spPr>
      </p:sp>
      <p:sp>
        <p:nvSpPr>
          <p:cNvPr id="23" name="Shape 21"/>
          <p:cNvSpPr/>
          <p:nvPr/>
        </p:nvSpPr>
        <p:spPr>
          <a:xfrm>
            <a:off x="5354955" y="1325880"/>
            <a:ext cx="548640" cy="548640"/>
          </a:xfrm>
          <a:prstGeom prst="ellipse">
            <a:avLst/>
          </a:prstGeom>
          <a:solidFill>
            <a:srgbClr val="1F3D26"/>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D8E8C8"/>
          </a:solidFill>
          <a:ln w="12700">
            <a:solidFill>
              <a:srgbClr val="D8E8C8"/>
            </a:solidFill>
            <a:prstDash val="solid"/>
          </a:ln>
        </p:spPr>
      </p:sp>
      <p:sp>
        <p:nvSpPr>
          <p:cNvPr id="30" name="Shape 28"/>
          <p:cNvSpPr/>
          <p:nvPr/>
        </p:nvSpPr>
        <p:spPr>
          <a:xfrm>
            <a:off x="6800850" y="1143000"/>
            <a:ext cx="1885950" cy="2606040"/>
          </a:xfrm>
          <a:prstGeom prst="roundRect">
            <a:avLst>
              <a:gd name="adj" fmla="val 2909"/>
            </a:avLst>
          </a:prstGeom>
          <a:solidFill>
            <a:srgbClr val="F0F5EA"/>
          </a:solidFill>
          <a:ln w="19050">
            <a:solidFill>
              <a:srgbClr val="2C5F2D"/>
            </a:solidFill>
            <a:prstDash val="solid"/>
          </a:ln>
        </p:spPr>
      </p:sp>
      <p:sp>
        <p:nvSpPr>
          <p:cNvPr id="31" name="Shape 29"/>
          <p:cNvSpPr/>
          <p:nvPr/>
        </p:nvSpPr>
        <p:spPr>
          <a:xfrm>
            <a:off x="7469505" y="1325880"/>
            <a:ext cx="548640" cy="548640"/>
          </a:xfrm>
          <a:prstGeom prst="ellipse">
            <a:avLst/>
          </a:prstGeom>
          <a:solidFill>
            <a:srgbClr val="1F3D26"/>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2C5F2D"/>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4069080" cy="841248"/>
          </a:xfrm>
          <a:prstGeom prst="rect">
            <a:avLst/>
          </a:prstGeom>
          <a:solidFill>
            <a:srgbClr val="D8E8C8"/>
          </a:solidFill>
          <a:ln w="12700">
            <a:solidFill>
              <a:srgbClr val="D8E8C8"/>
            </a:solidFill>
            <a:prstDash val="solid"/>
          </a:ln>
        </p:spPr>
      </p:sp>
      <p:sp>
        <p:nvSpPr>
          <p:cNvPr id="6" name="Shape 4"/>
          <p:cNvSpPr/>
          <p:nvPr/>
        </p:nvSpPr>
        <p:spPr>
          <a:xfrm>
            <a:off x="4507992" y="1124712"/>
            <a:ext cx="82296" cy="694944"/>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841248"/>
          </a:xfrm>
          <a:prstGeom prst="roundRect">
            <a:avLst>
              <a:gd name="adj" fmla="val 6522"/>
            </a:avLst>
          </a:prstGeom>
          <a:solidFill>
            <a:srgbClr val="1F3D26"/>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D8E8C8"/>
          </a:solidFill>
          <a:ln w="12700">
            <a:solidFill>
              <a:srgbClr val="D8E8C8"/>
            </a:solidFill>
            <a:prstDash val="solid"/>
          </a:ln>
        </p:spPr>
      </p:sp>
      <p:sp>
        <p:nvSpPr>
          <p:cNvPr id="11" name="Shape 9"/>
          <p:cNvSpPr/>
          <p:nvPr/>
        </p:nvSpPr>
        <p:spPr>
          <a:xfrm>
            <a:off x="8668512" y="1124712"/>
            <a:ext cx="82296" cy="694944"/>
          </a:xfrm>
          <a:prstGeom prst="parallelogram">
            <a:avLst/>
          </a:prstGeom>
          <a:solidFill>
            <a:srgbClr val="3E5C42"/>
          </a:solidFill>
          <a:ln w="12700">
            <a:solidFill>
              <a:srgbClr val="3E5C42"/>
            </a:solidFill>
            <a:prstDash val="solid"/>
          </a:ln>
        </p:spPr>
      </p:sp>
      <p:sp>
        <p:nvSpPr>
          <p:cNvPr id="12" name="Shape 10"/>
          <p:cNvSpPr/>
          <p:nvPr/>
        </p:nvSpPr>
        <p:spPr>
          <a:xfrm rot="-90000">
            <a:off x="4617720" y="1051560"/>
            <a:ext cx="4069080" cy="841248"/>
          </a:xfrm>
          <a:prstGeom prst="roundRect">
            <a:avLst>
              <a:gd name="adj" fmla="val 6522"/>
            </a:avLst>
          </a:prstGeom>
          <a:solidFill>
            <a:srgbClr val="1F3D26"/>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D8E8C8"/>
          </a:solidFill>
          <a:ln w="12700">
            <a:solidFill>
              <a:srgbClr val="D8E8C8"/>
            </a:solidFill>
            <a:prstDash val="solid"/>
          </a:ln>
        </p:spPr>
      </p:sp>
      <p:sp>
        <p:nvSpPr>
          <p:cNvPr id="16" name="Shape 14"/>
          <p:cNvSpPr/>
          <p:nvPr/>
        </p:nvSpPr>
        <p:spPr>
          <a:xfrm>
            <a:off x="4507992" y="2084832"/>
            <a:ext cx="82296" cy="694944"/>
          </a:xfrm>
          <a:prstGeom prst="parallelogram">
            <a:avLst/>
          </a:prstGeom>
          <a:solidFill>
            <a:srgbClr val="3E5C42"/>
          </a:solidFill>
          <a:ln w="12700">
            <a:solidFill>
              <a:srgbClr val="3E5C42"/>
            </a:solidFill>
            <a:prstDash val="solid"/>
          </a:ln>
        </p:spPr>
      </p:sp>
      <p:sp>
        <p:nvSpPr>
          <p:cNvPr id="17" name="Shape 15"/>
          <p:cNvSpPr/>
          <p:nvPr/>
        </p:nvSpPr>
        <p:spPr>
          <a:xfrm rot="-90000">
            <a:off x="457200" y="2011680"/>
            <a:ext cx="4069080" cy="841248"/>
          </a:xfrm>
          <a:prstGeom prst="roundRect">
            <a:avLst>
              <a:gd name="adj" fmla="val 6522"/>
            </a:avLst>
          </a:prstGeom>
          <a:solidFill>
            <a:srgbClr val="1F3D26"/>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D8E8C8"/>
          </a:solidFill>
          <a:ln w="12700">
            <a:solidFill>
              <a:srgbClr val="D8E8C8"/>
            </a:solidFill>
            <a:prstDash val="solid"/>
          </a:ln>
        </p:spPr>
      </p:sp>
      <p:sp>
        <p:nvSpPr>
          <p:cNvPr id="21" name="Shape 19"/>
          <p:cNvSpPr/>
          <p:nvPr/>
        </p:nvSpPr>
        <p:spPr>
          <a:xfrm>
            <a:off x="8668512" y="2084832"/>
            <a:ext cx="82296" cy="694944"/>
          </a:xfrm>
          <a:prstGeom prst="parallelogram">
            <a:avLst/>
          </a:prstGeom>
          <a:solidFill>
            <a:srgbClr val="3E5C42"/>
          </a:solidFill>
          <a:ln w="12700">
            <a:solidFill>
              <a:srgbClr val="3E5C42"/>
            </a:solidFill>
            <a:prstDash val="solid"/>
          </a:ln>
        </p:spPr>
      </p:sp>
      <p:sp>
        <p:nvSpPr>
          <p:cNvPr id="22" name="Shape 20"/>
          <p:cNvSpPr/>
          <p:nvPr/>
        </p:nvSpPr>
        <p:spPr>
          <a:xfrm rot="-90000">
            <a:off x="4617720" y="2011680"/>
            <a:ext cx="4069080" cy="841248"/>
          </a:xfrm>
          <a:prstGeom prst="roundRect">
            <a:avLst>
              <a:gd name="adj" fmla="val 6522"/>
            </a:avLst>
          </a:prstGeom>
          <a:solidFill>
            <a:srgbClr val="1F3D26"/>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D8E8C8"/>
          </a:solidFill>
          <a:ln w="12700">
            <a:solidFill>
              <a:srgbClr val="D8E8C8"/>
            </a:solidFill>
            <a:prstDash val="solid"/>
          </a:ln>
        </p:spPr>
      </p:sp>
      <p:sp>
        <p:nvSpPr>
          <p:cNvPr id="26" name="Shape 24"/>
          <p:cNvSpPr/>
          <p:nvPr/>
        </p:nvSpPr>
        <p:spPr>
          <a:xfrm>
            <a:off x="4507992" y="3044952"/>
            <a:ext cx="82296" cy="694944"/>
          </a:xfrm>
          <a:prstGeom prst="parallelogram">
            <a:avLst/>
          </a:prstGeom>
          <a:solidFill>
            <a:srgbClr val="3E5C42"/>
          </a:solidFill>
          <a:ln w="12700">
            <a:solidFill>
              <a:srgbClr val="3E5C42"/>
            </a:solidFill>
            <a:prstDash val="solid"/>
          </a:ln>
        </p:spPr>
      </p:sp>
      <p:sp>
        <p:nvSpPr>
          <p:cNvPr id="27" name="Shape 25"/>
          <p:cNvSpPr/>
          <p:nvPr/>
        </p:nvSpPr>
        <p:spPr>
          <a:xfrm rot="-90000">
            <a:off x="457200" y="2971800"/>
            <a:ext cx="4069080" cy="841248"/>
          </a:xfrm>
          <a:prstGeom prst="roundRect">
            <a:avLst>
              <a:gd name="adj" fmla="val 6522"/>
            </a:avLst>
          </a:prstGeom>
          <a:solidFill>
            <a:srgbClr val="1F3D26"/>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D8E8C8"/>
          </a:solidFill>
          <a:ln w="12700">
            <a:solidFill>
              <a:srgbClr val="D8E8C8"/>
            </a:solidFill>
            <a:prstDash val="solid"/>
          </a:ln>
        </p:spPr>
      </p:sp>
      <p:sp>
        <p:nvSpPr>
          <p:cNvPr id="31" name="Shape 29"/>
          <p:cNvSpPr/>
          <p:nvPr/>
        </p:nvSpPr>
        <p:spPr>
          <a:xfrm>
            <a:off x="8668512" y="3044952"/>
            <a:ext cx="82296" cy="694944"/>
          </a:xfrm>
          <a:prstGeom prst="parallelogram">
            <a:avLst/>
          </a:prstGeom>
          <a:solidFill>
            <a:srgbClr val="3E5C42"/>
          </a:solidFill>
          <a:ln w="12700">
            <a:solidFill>
              <a:srgbClr val="3E5C42"/>
            </a:solidFill>
            <a:prstDash val="solid"/>
          </a:ln>
        </p:spPr>
      </p:sp>
      <p:sp>
        <p:nvSpPr>
          <p:cNvPr id="32" name="Shape 30"/>
          <p:cNvSpPr/>
          <p:nvPr/>
        </p:nvSpPr>
        <p:spPr>
          <a:xfrm rot="-90000">
            <a:off x="4617720" y="2971800"/>
            <a:ext cx="4069080" cy="841248"/>
          </a:xfrm>
          <a:prstGeom prst="roundRect">
            <a:avLst>
              <a:gd name="adj" fmla="val 6522"/>
            </a:avLst>
          </a:prstGeom>
          <a:solidFill>
            <a:srgbClr val="1F3D26"/>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2C5F2D"/>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D8E8C8"/>
          </a:solidFill>
          <a:ln w="12700">
            <a:solidFill>
              <a:srgbClr val="D8E8C8"/>
            </a:solidFill>
            <a:prstDash val="solid"/>
          </a:ln>
        </p:spPr>
      </p:sp>
      <p:sp>
        <p:nvSpPr>
          <p:cNvPr id="37" name="Shape 35"/>
          <p:cNvSpPr/>
          <p:nvPr/>
        </p:nvSpPr>
        <p:spPr>
          <a:xfrm>
            <a:off x="457200" y="3977640"/>
            <a:ext cx="8229600" cy="658368"/>
          </a:xfrm>
          <a:prstGeom prst="roundRect">
            <a:avLst>
              <a:gd name="adj" fmla="val 8333"/>
            </a:avLst>
          </a:prstGeom>
          <a:solidFill>
            <a:srgbClr val="1F3D26"/>
          </a:solidFill>
          <a:ln w="12700">
            <a:solidFill>
              <a:srgbClr val="FFFFFF"/>
            </a:solidFill>
            <a:prstDash val="solid"/>
          </a:ln>
        </p:spPr>
      </p:sp>
      <p:sp>
        <p:nvSpPr>
          <p:cNvPr id="38" name="Shape 36"/>
          <p:cNvSpPr/>
          <p:nvPr/>
        </p:nvSpPr>
        <p:spPr>
          <a:xfrm>
            <a:off x="548640" y="4059936"/>
            <a:ext cx="45720" cy="493776"/>
          </a:xfrm>
          <a:prstGeom prst="rect">
            <a:avLst/>
          </a:prstGeom>
          <a:solidFill>
            <a:srgbClr val="97BC62"/>
          </a:solidFill>
          <a:ln w="12700">
            <a:solidFill>
              <a:srgbClr val="97BC62"/>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0F5EA"/>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3977640" cy="1691640"/>
          </a:xfrm>
          <a:prstGeom prst="rect">
            <a:avLst/>
          </a:prstGeom>
          <a:solidFill>
            <a:srgbClr val="D8E8C8"/>
          </a:solidFill>
          <a:ln w="12700">
            <a:solidFill>
              <a:srgbClr val="D8E8C8"/>
            </a:solidFill>
            <a:prstDash val="solid"/>
          </a:ln>
        </p:spPr>
      </p:sp>
      <p:sp>
        <p:nvSpPr>
          <p:cNvPr id="6" name="Shape 4"/>
          <p:cNvSpPr/>
          <p:nvPr/>
        </p:nvSpPr>
        <p:spPr>
          <a:xfrm rot="-120000">
            <a:off x="457200" y="960120"/>
            <a:ext cx="3977640" cy="1691640"/>
          </a:xfrm>
          <a:prstGeom prst="roundRect">
            <a:avLst>
              <a:gd name="adj" fmla="val 3243"/>
            </a:avLst>
          </a:prstGeom>
          <a:solidFill>
            <a:srgbClr val="EAF2E4"/>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5A6B5A"/>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97BC62"/>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5A6B5A"/>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D8E8C8"/>
          </a:solidFill>
          <a:ln w="12700">
            <a:solidFill>
              <a:srgbClr val="D8E8C8"/>
            </a:solidFill>
            <a:prstDash val="solid"/>
          </a:ln>
        </p:spPr>
      </p:sp>
      <p:sp>
        <p:nvSpPr>
          <p:cNvPr id="11" name="Shape 9"/>
          <p:cNvSpPr/>
          <p:nvPr/>
        </p:nvSpPr>
        <p:spPr>
          <a:xfrm rot="-120000">
            <a:off x="4709160" y="960120"/>
            <a:ext cx="3977640" cy="1691640"/>
          </a:xfrm>
          <a:prstGeom prst="roundRect">
            <a:avLst>
              <a:gd name="adj" fmla="val 3243"/>
            </a:avLst>
          </a:prstGeom>
          <a:solidFill>
            <a:srgbClr val="1F3D26"/>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0F5EA"/>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0F5EA"/>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0F5EA"/>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1F3D26"/>
                    </a:solidFill>
                  </a:tcPr>
                </a:tc>
                <a:tc hMerge="1">
                  <a:tcPr/>
                </a:tc>
                <a:tc hMerge="1">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D8E8C8"/>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142B1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0F5E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142B1A"/>
          </a:solidFill>
          <a:ln w="12700">
            <a:solidFill>
              <a:srgbClr val="142B1A"/>
            </a:solidFill>
            <a:prstDash val="solid"/>
          </a:ln>
        </p:spPr>
      </p:sp>
      <p:sp>
        <p:nvSpPr>
          <p:cNvPr id="7" name="Shape 5"/>
          <p:cNvSpPr/>
          <p:nvPr/>
        </p:nvSpPr>
        <p:spPr>
          <a:xfrm>
            <a:off x="4507992" y="1719072"/>
            <a:ext cx="82296" cy="1133856"/>
          </a:xfrm>
          <a:prstGeom prst="parallelogram">
            <a:avLst/>
          </a:prstGeom>
          <a:solidFill>
            <a:srgbClr val="3E5C42"/>
          </a:solidFill>
          <a:ln w="12700">
            <a:solidFill>
              <a:srgbClr val="3E5C42"/>
            </a:solidFill>
            <a:prstDash val="solid"/>
          </a:ln>
        </p:spPr>
      </p:sp>
      <p:sp>
        <p:nvSpPr>
          <p:cNvPr id="8" name="Shape 6"/>
          <p:cNvSpPr/>
          <p:nvPr/>
        </p:nvSpPr>
        <p:spPr>
          <a:xfrm rot="-90000">
            <a:off x="457200" y="1645920"/>
            <a:ext cx="4069080" cy="1280160"/>
          </a:xfrm>
          <a:prstGeom prst="roundRect">
            <a:avLst>
              <a:gd name="adj" fmla="val 4286"/>
            </a:avLst>
          </a:prstGeom>
          <a:solidFill>
            <a:srgbClr val="2A4A33"/>
          </a:solidFill>
          <a:ln w="12700">
            <a:solidFill>
              <a:srgbClr val="142B1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142B1A"/>
          </a:solidFill>
          <a:ln w="12700">
            <a:solidFill>
              <a:srgbClr val="142B1A"/>
            </a:solidFill>
            <a:prstDash val="solid"/>
          </a:ln>
        </p:spPr>
      </p:sp>
      <p:sp>
        <p:nvSpPr>
          <p:cNvPr id="13" name="Shape 11"/>
          <p:cNvSpPr/>
          <p:nvPr/>
        </p:nvSpPr>
        <p:spPr>
          <a:xfrm>
            <a:off x="8668512" y="1719072"/>
            <a:ext cx="82296" cy="1133856"/>
          </a:xfrm>
          <a:prstGeom prst="parallelogram">
            <a:avLst/>
          </a:prstGeom>
          <a:solidFill>
            <a:srgbClr val="3E5C42"/>
          </a:solidFill>
          <a:ln w="12700">
            <a:solidFill>
              <a:srgbClr val="3E5C42"/>
            </a:solidFill>
            <a:prstDash val="solid"/>
          </a:ln>
        </p:spPr>
      </p:sp>
      <p:sp>
        <p:nvSpPr>
          <p:cNvPr id="14" name="Shape 12"/>
          <p:cNvSpPr/>
          <p:nvPr/>
        </p:nvSpPr>
        <p:spPr>
          <a:xfrm rot="-90000">
            <a:off x="4617720" y="1645920"/>
            <a:ext cx="4069080" cy="1280160"/>
          </a:xfrm>
          <a:prstGeom prst="roundRect">
            <a:avLst>
              <a:gd name="adj" fmla="val 4286"/>
            </a:avLst>
          </a:prstGeom>
          <a:solidFill>
            <a:srgbClr val="2A4A33"/>
          </a:solidFill>
          <a:ln w="12700">
            <a:solidFill>
              <a:srgbClr val="142B1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142B1A"/>
          </a:solidFill>
          <a:ln w="12700">
            <a:solidFill>
              <a:srgbClr val="142B1A"/>
            </a:solidFill>
            <a:prstDash val="solid"/>
          </a:ln>
        </p:spPr>
      </p:sp>
      <p:sp>
        <p:nvSpPr>
          <p:cNvPr id="19" name="Shape 17"/>
          <p:cNvSpPr/>
          <p:nvPr/>
        </p:nvSpPr>
        <p:spPr>
          <a:xfrm>
            <a:off x="4507992" y="3090672"/>
            <a:ext cx="82296" cy="1133856"/>
          </a:xfrm>
          <a:prstGeom prst="parallelogram">
            <a:avLst/>
          </a:prstGeom>
          <a:solidFill>
            <a:srgbClr val="3E5C42"/>
          </a:solidFill>
          <a:ln w="12700">
            <a:solidFill>
              <a:srgbClr val="3E5C42"/>
            </a:solidFill>
            <a:prstDash val="solid"/>
          </a:ln>
        </p:spPr>
      </p:sp>
      <p:sp>
        <p:nvSpPr>
          <p:cNvPr id="20" name="Shape 18"/>
          <p:cNvSpPr/>
          <p:nvPr/>
        </p:nvSpPr>
        <p:spPr>
          <a:xfrm rot="-90000">
            <a:off x="457200" y="3017520"/>
            <a:ext cx="4069080" cy="1280160"/>
          </a:xfrm>
          <a:prstGeom prst="roundRect">
            <a:avLst>
              <a:gd name="adj" fmla="val 4286"/>
            </a:avLst>
          </a:prstGeom>
          <a:solidFill>
            <a:srgbClr val="2A4A33"/>
          </a:solidFill>
          <a:ln w="12700">
            <a:solidFill>
              <a:srgbClr val="142B1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142B1A"/>
          </a:solidFill>
          <a:ln w="12700">
            <a:solidFill>
              <a:srgbClr val="142B1A"/>
            </a:solidFill>
            <a:prstDash val="solid"/>
          </a:ln>
        </p:spPr>
      </p:sp>
      <p:sp>
        <p:nvSpPr>
          <p:cNvPr id="25" name="Shape 23"/>
          <p:cNvSpPr/>
          <p:nvPr/>
        </p:nvSpPr>
        <p:spPr>
          <a:xfrm>
            <a:off x="8668512" y="3090672"/>
            <a:ext cx="82296" cy="1133856"/>
          </a:xfrm>
          <a:prstGeom prst="parallelogram">
            <a:avLst/>
          </a:prstGeom>
          <a:solidFill>
            <a:srgbClr val="3E5C42"/>
          </a:solidFill>
          <a:ln w="12700">
            <a:solidFill>
              <a:srgbClr val="3E5C42"/>
            </a:solidFill>
            <a:prstDash val="solid"/>
          </a:ln>
        </p:spPr>
      </p:sp>
      <p:sp>
        <p:nvSpPr>
          <p:cNvPr id="26" name="Shape 24"/>
          <p:cNvSpPr/>
          <p:nvPr/>
        </p:nvSpPr>
        <p:spPr>
          <a:xfrm rot="-90000">
            <a:off x="4617720" y="3017520"/>
            <a:ext cx="4069080" cy="1280160"/>
          </a:xfrm>
          <a:prstGeom prst="roundRect">
            <a:avLst>
              <a:gd name="adj" fmla="val 4286"/>
            </a:avLst>
          </a:prstGeom>
          <a:solidFill>
            <a:srgbClr val="2A4A33"/>
          </a:solidFill>
          <a:ln w="12700">
            <a:solidFill>
              <a:srgbClr val="142B1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284732"/>
            <a:ext cx="2529840" cy="2286000"/>
          </a:xfrm>
          <a:prstGeom prst="rect">
            <a:avLst/>
          </a:prstGeom>
          <a:solidFill>
            <a:srgbClr val="D8E8C8"/>
          </a:solidFill>
          <a:ln w="12700">
            <a:solidFill>
              <a:srgbClr val="D8E8C8"/>
            </a:solidFill>
            <a:prstDash val="solid"/>
          </a:ln>
        </p:spPr>
      </p:sp>
      <p:sp>
        <p:nvSpPr>
          <p:cNvPr id="6" name="Shape 4"/>
          <p:cNvSpPr/>
          <p:nvPr/>
        </p:nvSpPr>
        <p:spPr>
          <a:xfrm>
            <a:off x="2968752" y="1307592"/>
            <a:ext cx="82296" cy="2139696"/>
          </a:xfrm>
          <a:prstGeom prst="parallelogram">
            <a:avLst/>
          </a:prstGeom>
          <a:solidFill>
            <a:srgbClr val="3E5C42"/>
          </a:solidFill>
          <a:ln w="12700">
            <a:solidFill>
              <a:srgbClr val="3E5C42"/>
            </a:solidFill>
            <a:prstDash val="solid"/>
          </a:ln>
        </p:spPr>
      </p:sp>
      <p:sp>
        <p:nvSpPr>
          <p:cNvPr id="7" name="Shape 5"/>
          <p:cNvSpPr/>
          <p:nvPr/>
        </p:nvSpPr>
        <p:spPr>
          <a:xfrm rot="-90000">
            <a:off x="457200" y="1234440"/>
            <a:ext cx="2529840" cy="2286000"/>
          </a:xfrm>
          <a:prstGeom prst="roundRect">
            <a:avLst>
              <a:gd name="adj" fmla="val 2400"/>
            </a:avLst>
          </a:prstGeom>
          <a:solidFill>
            <a:srgbClr val="1F3D26"/>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D8E8C8"/>
          </a:solidFill>
          <a:ln w="12700">
            <a:solidFill>
              <a:srgbClr val="D8E8C8"/>
            </a:solidFill>
            <a:prstDash val="solid"/>
          </a:ln>
        </p:spPr>
      </p:sp>
      <p:sp>
        <p:nvSpPr>
          <p:cNvPr id="12" name="Shape 10"/>
          <p:cNvSpPr/>
          <p:nvPr/>
        </p:nvSpPr>
        <p:spPr>
          <a:xfrm>
            <a:off x="5818632" y="1307592"/>
            <a:ext cx="82296" cy="2139696"/>
          </a:xfrm>
          <a:prstGeom prst="parallelogram">
            <a:avLst/>
          </a:prstGeom>
          <a:solidFill>
            <a:srgbClr val="3E5C42"/>
          </a:solidFill>
          <a:ln w="12700">
            <a:solidFill>
              <a:srgbClr val="3E5C42"/>
            </a:solidFill>
            <a:prstDash val="solid"/>
          </a:ln>
        </p:spPr>
      </p:sp>
      <p:sp>
        <p:nvSpPr>
          <p:cNvPr id="13" name="Shape 11"/>
          <p:cNvSpPr/>
          <p:nvPr/>
        </p:nvSpPr>
        <p:spPr>
          <a:xfrm rot="-90000">
            <a:off x="3307080" y="1234440"/>
            <a:ext cx="2529840" cy="2286000"/>
          </a:xfrm>
          <a:prstGeom prst="roundRect">
            <a:avLst>
              <a:gd name="adj" fmla="val 2400"/>
            </a:avLst>
          </a:prstGeom>
          <a:solidFill>
            <a:srgbClr val="1F3D26"/>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D8E8C8"/>
          </a:solidFill>
          <a:ln w="12700">
            <a:solidFill>
              <a:srgbClr val="D8E8C8"/>
            </a:solidFill>
            <a:prstDash val="solid"/>
          </a:ln>
        </p:spPr>
      </p:sp>
      <p:sp>
        <p:nvSpPr>
          <p:cNvPr id="18" name="Shape 16"/>
          <p:cNvSpPr/>
          <p:nvPr/>
        </p:nvSpPr>
        <p:spPr>
          <a:xfrm>
            <a:off x="8668512" y="1307592"/>
            <a:ext cx="82296" cy="2139696"/>
          </a:xfrm>
          <a:prstGeom prst="parallelogram">
            <a:avLst/>
          </a:prstGeom>
          <a:solidFill>
            <a:srgbClr val="3E5C42"/>
          </a:solidFill>
          <a:ln w="12700">
            <a:solidFill>
              <a:srgbClr val="3E5C42"/>
            </a:solidFill>
            <a:prstDash val="solid"/>
          </a:ln>
        </p:spPr>
      </p:sp>
      <p:sp>
        <p:nvSpPr>
          <p:cNvPr id="19" name="Shape 17"/>
          <p:cNvSpPr/>
          <p:nvPr/>
        </p:nvSpPr>
        <p:spPr>
          <a:xfrm rot="-90000">
            <a:off x="6156960" y="1234440"/>
            <a:ext cx="2529840" cy="2286000"/>
          </a:xfrm>
          <a:prstGeom prst="roundRect">
            <a:avLst>
              <a:gd name="adj" fmla="val 2400"/>
            </a:avLst>
          </a:prstGeom>
          <a:solidFill>
            <a:srgbClr val="1F3D26"/>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3977640" cy="2103120"/>
          </a:xfrm>
          <a:prstGeom prst="rect">
            <a:avLst/>
          </a:prstGeom>
          <a:solidFill>
            <a:srgbClr val="D8E8C8"/>
          </a:solidFill>
          <a:ln w="12700">
            <a:solidFill>
              <a:srgbClr val="D8E8C8"/>
            </a:solidFill>
            <a:prstDash val="solid"/>
          </a:ln>
        </p:spPr>
      </p:sp>
      <p:sp>
        <p:nvSpPr>
          <p:cNvPr id="6" name="Shape 4"/>
          <p:cNvSpPr/>
          <p:nvPr/>
        </p:nvSpPr>
        <p:spPr>
          <a:xfrm>
            <a:off x="457200" y="1051560"/>
            <a:ext cx="3977640" cy="2103120"/>
          </a:xfrm>
          <a:prstGeom prst="roundRect">
            <a:avLst>
              <a:gd name="adj" fmla="val 2609"/>
            </a:avLst>
          </a:prstGeom>
          <a:solidFill>
            <a:srgbClr val="F0F5EA"/>
          </a:solidFill>
          <a:ln w="25400">
            <a:solidFill>
              <a:srgbClr val="2C5F2D"/>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2C5F2D"/>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D8E8C8"/>
          </a:solidFill>
          <a:ln w="12700">
            <a:solidFill>
              <a:srgbClr val="D8E8C8"/>
            </a:solidFill>
            <a:prstDash val="solid"/>
          </a:ln>
        </p:spPr>
      </p:sp>
      <p:sp>
        <p:nvSpPr>
          <p:cNvPr id="12" name="Shape 10"/>
          <p:cNvSpPr/>
          <p:nvPr/>
        </p:nvSpPr>
        <p:spPr>
          <a:xfrm>
            <a:off x="4709160" y="1051560"/>
            <a:ext cx="3977640" cy="2103120"/>
          </a:xfrm>
          <a:prstGeom prst="roundRect">
            <a:avLst>
              <a:gd name="adj" fmla="val 2609"/>
            </a:avLst>
          </a:prstGeom>
          <a:solidFill>
            <a:srgbClr val="F0F5EA"/>
          </a:solidFill>
          <a:ln w="25400">
            <a:solidFill>
              <a:srgbClr val="2C5F2D"/>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D8E8C8"/>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2C5F2D"/>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5A6B5A"/>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47572"/>
            <a:ext cx="2529840" cy="1828800"/>
          </a:xfrm>
          <a:prstGeom prst="rect">
            <a:avLst/>
          </a:prstGeom>
          <a:solidFill>
            <a:srgbClr val="D8E8C8"/>
          </a:solidFill>
          <a:ln w="12700">
            <a:solidFill>
              <a:srgbClr val="D8E8C8"/>
            </a:solidFill>
            <a:prstDash val="solid"/>
          </a:ln>
        </p:spPr>
      </p:sp>
      <p:sp>
        <p:nvSpPr>
          <p:cNvPr id="6" name="Shape 4"/>
          <p:cNvSpPr/>
          <p:nvPr/>
        </p:nvSpPr>
        <p:spPr>
          <a:xfrm>
            <a:off x="457200" y="1097280"/>
            <a:ext cx="2529840" cy="1828800"/>
          </a:xfrm>
          <a:prstGeom prst="roundRect">
            <a:avLst>
              <a:gd name="adj" fmla="val 3000"/>
            </a:avLst>
          </a:prstGeom>
          <a:solidFill>
            <a:srgbClr val="F0F5EA"/>
          </a:solidFill>
          <a:ln w="19050">
            <a:solidFill>
              <a:srgbClr val="2C5F2D"/>
            </a:solidFill>
            <a:prstDash val="solid"/>
          </a:ln>
        </p:spPr>
      </p:sp>
      <p:sp>
        <p:nvSpPr>
          <p:cNvPr id="7" name="Shape 5"/>
          <p:cNvSpPr/>
          <p:nvPr/>
        </p:nvSpPr>
        <p:spPr>
          <a:xfrm>
            <a:off x="1402080" y="1280160"/>
            <a:ext cx="640080" cy="640080"/>
          </a:xfrm>
          <a:prstGeom prst="ellipse">
            <a:avLst/>
          </a:prstGeom>
          <a:solidFill>
            <a:srgbClr val="1F3D26"/>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D8E8C8"/>
          </a:solidFill>
          <a:ln w="12700">
            <a:solidFill>
              <a:srgbClr val="D8E8C8"/>
            </a:solidFill>
            <a:prstDash val="solid"/>
          </a:ln>
        </p:spPr>
      </p:sp>
      <p:sp>
        <p:nvSpPr>
          <p:cNvPr id="13" name="Shape 11"/>
          <p:cNvSpPr/>
          <p:nvPr/>
        </p:nvSpPr>
        <p:spPr>
          <a:xfrm>
            <a:off x="3307080" y="1097280"/>
            <a:ext cx="2529840" cy="1828800"/>
          </a:xfrm>
          <a:prstGeom prst="roundRect">
            <a:avLst>
              <a:gd name="adj" fmla="val 3000"/>
            </a:avLst>
          </a:prstGeom>
          <a:solidFill>
            <a:srgbClr val="F0F5EA"/>
          </a:solidFill>
          <a:ln w="19050">
            <a:solidFill>
              <a:srgbClr val="2C5F2D"/>
            </a:solidFill>
            <a:prstDash val="solid"/>
          </a:ln>
        </p:spPr>
      </p:sp>
      <p:sp>
        <p:nvSpPr>
          <p:cNvPr id="14" name="Shape 12"/>
          <p:cNvSpPr/>
          <p:nvPr/>
        </p:nvSpPr>
        <p:spPr>
          <a:xfrm>
            <a:off x="4251960" y="1280160"/>
            <a:ext cx="640080" cy="640080"/>
          </a:xfrm>
          <a:prstGeom prst="ellipse">
            <a:avLst/>
          </a:prstGeom>
          <a:solidFill>
            <a:srgbClr val="1F3D26"/>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D8E8C8"/>
          </a:solidFill>
          <a:ln w="12700">
            <a:solidFill>
              <a:srgbClr val="D8E8C8"/>
            </a:solidFill>
            <a:prstDash val="solid"/>
          </a:ln>
        </p:spPr>
      </p:sp>
      <p:sp>
        <p:nvSpPr>
          <p:cNvPr id="20" name="Shape 18"/>
          <p:cNvSpPr/>
          <p:nvPr/>
        </p:nvSpPr>
        <p:spPr>
          <a:xfrm>
            <a:off x="6156960" y="1097280"/>
            <a:ext cx="2529840" cy="1828800"/>
          </a:xfrm>
          <a:prstGeom prst="roundRect">
            <a:avLst>
              <a:gd name="adj" fmla="val 3000"/>
            </a:avLst>
          </a:prstGeom>
          <a:solidFill>
            <a:srgbClr val="F0F5EA"/>
          </a:solidFill>
          <a:ln w="19050">
            <a:solidFill>
              <a:srgbClr val="2C5F2D"/>
            </a:solidFill>
            <a:prstDash val="solid"/>
          </a:ln>
        </p:spPr>
      </p:sp>
      <p:sp>
        <p:nvSpPr>
          <p:cNvPr id="21" name="Shape 19"/>
          <p:cNvSpPr/>
          <p:nvPr/>
        </p:nvSpPr>
        <p:spPr>
          <a:xfrm>
            <a:off x="7101840" y="1280160"/>
            <a:ext cx="640080" cy="640080"/>
          </a:xfrm>
          <a:prstGeom prst="ellipse">
            <a:avLst/>
          </a:prstGeom>
          <a:solidFill>
            <a:srgbClr val="1F3D26"/>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142B1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0F5EA"/>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8FAE8B"/>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142B1A"/>
          </a:solidFill>
          <a:ln w="12700">
            <a:solidFill>
              <a:srgbClr val="142B1A"/>
            </a:solidFill>
            <a:prstDash val="solid"/>
          </a:ln>
        </p:spPr>
      </p:sp>
      <p:sp>
        <p:nvSpPr>
          <p:cNvPr id="6" name="Shape 4"/>
          <p:cNvSpPr/>
          <p:nvPr/>
        </p:nvSpPr>
        <p:spPr>
          <a:xfrm>
            <a:off x="1097280" y="2377440"/>
            <a:ext cx="6949440" cy="1371600"/>
          </a:xfrm>
          <a:prstGeom prst="roundRect">
            <a:avLst>
              <a:gd name="adj" fmla="val 4000"/>
            </a:avLst>
          </a:prstGeom>
          <a:solidFill>
            <a:srgbClr val="2A4A33"/>
          </a:solidFill>
          <a:ln w="12700">
            <a:solidFill>
              <a:srgbClr val="142B1A"/>
            </a:solidFill>
            <a:prstDash val="solid"/>
          </a:ln>
        </p:spPr>
      </p:sp>
      <p:sp>
        <p:nvSpPr>
          <p:cNvPr id="7" name="Shape 5"/>
          <p:cNvSpPr/>
          <p:nvPr/>
        </p:nvSpPr>
        <p:spPr>
          <a:xfrm>
            <a:off x="1170432" y="2450592"/>
            <a:ext cx="45720" cy="1188720"/>
          </a:xfrm>
          <a:prstGeom prst="rect">
            <a:avLst/>
          </a:prstGeom>
          <a:solidFill>
            <a:srgbClr val="97BC62"/>
          </a:solidFill>
          <a:ln w="12700">
            <a:solidFill>
              <a:srgbClr val="97BC62"/>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0F5EA"/>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8FAE8B"/>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2026-08-16T12:46:26Z</dcterms:created>
  <dcterms:modified xsi:type="dcterms:W3CDTF">2026-08-16T12:46:26Z</dcterms:modified>
</cp:coreProperties>
</file>