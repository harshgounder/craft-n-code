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49 reports, 7 waves, 3.2M chars, 4,800+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reports across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3.2M+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 mentions across 6 continents: cyclone/flood/agri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R17.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everything: architecture, code, research method, 49-report evidence wave, backend, QA, devops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design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build and design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design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assistance on the presentation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2026-08-16T10:31:31Z</dcterms:created>
  <dcterms:modified xsi:type="dcterms:W3CDTF">2026-08-16T10:31:31Z</dcterms:modified>
</cp:coreProperties>
</file>