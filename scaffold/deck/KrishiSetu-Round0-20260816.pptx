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research reports across 7 waves, every one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every number in this deck traces to a source you can open: slide, proof ledger, index, raw report. nothing ships without the chain.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2026-08-16T11:53:33Z</dcterms:created>
  <dcterms:modified xsi:type="dcterms:W3CDTF">2026-08-16T11:53:33Z</dcterms:modified>
</cp:coreProperties>
</file>