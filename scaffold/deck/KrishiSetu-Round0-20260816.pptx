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48 runs, 7 waves, 2.5M chars, 4,000+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3657600" y="1810512"/>
            <a:ext cx="182880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and Flood Resilient Smart Agriculture Advisory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5146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8229600" cy="10058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051560"/>
            <a:ext cx="54864" cy="82296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078992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749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875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5720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5,428 acres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9436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loss across 4 blocks of Kendrapada and Bhadrak, Cyclone Dana 2024 (rapid assessment)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5737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1863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120000">
            <a:off x="330708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9852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424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5,882 ha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344424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cultivable land salt-affected across 5 Balasore blocks, Cyclone Yaas 2021 (Down To Earth)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0725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851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-120000">
            <a:off x="615696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40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9412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629412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crop-insurance enrollments, Rs 2,580 crore claims paid (2020-25, Lok Sabha annexure)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" y="40187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57200" y="397764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611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1280160" cy="54864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48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deep-research runs, 7 waves, every run multi-channel with coverage tables, noise logs, A-D evidence grades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66801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6851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461772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2.5M+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80060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0060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749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0799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45720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4,000+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cited sources across 6 continents: cyclone/food/agri ledgers, cascade math, human wisdom, frontier science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66801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6851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-90000">
            <a:off x="461772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A-D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480060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0060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749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5737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DURING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0725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6220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7365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DELIVER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8511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2" name="Text 30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 / 85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801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6851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-90000">
            <a:off x="461772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 / 46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749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0799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90000">
            <a:off x="45720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Zero-dep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801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6851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-90000">
            <a:off x="461772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 mode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7492" y="4027932"/>
            <a:ext cx="8229600" cy="65836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059936"/>
            <a:ext cx="45720" cy="493776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5A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945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70916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"Plot 12B, flowering paddy: harvest by 18:00 tomorrow, or move to the raised platform. Source: IMD + rule 14. Cost of waiting: est. yield loss."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383280"/>
              </a:tblGrid>
              <a:tr h="301752"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Prior art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Meghdoot (IMD)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alerts and agromet advisories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farm profile, no staged action, no claims path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Fasal, DeHaat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marketplace and credit rails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advisory is content, not a governed decision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Bangladesh CPP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volunteer warning chain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recovery plan, no claim evidence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WFP anticipatory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threshold-triggered cash transfers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cash, not farm action; no crop-stage logic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98348" y="44485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4074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art from the statement-faithful research wave: channel evidence in research/raw/v2/cnc-channel-ps07-ultra8x-v2.content.md.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6875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5737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1863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725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6851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 PMFBY enrollments, Rs 2,580 crore claims paid (2020-25)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Odisha: cyclone-facing coast, paddy and saline zones, Dana and Yaas damage on record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945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" y="34701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slide after traction in YC ordering. No TAM multiplication, no 'everyone everywhere' line.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systems, research method, 17-statement evidence wave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5737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and demo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zero-dep engine, demo.sh, seed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0725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2" name="Text 20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and submission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text, paste at gates, backup demo runner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E&amp;CE research profile matches the statement core: sensors, communications, ML, power resilience.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47572" y="2427732"/>
            <a:ext cx="694944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0432" y="2450592"/>
            <a:ext cx="45720" cy="118872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2026-08-16T09:59:24Z</dcterms:created>
  <dcterms:modified xsi:type="dcterms:W3CDTF">2026-08-16T09:59:24Z</dcterms:modified>
</cp:coreProperties>
</file>