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108,220 ha</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in Odisha, Cyclone Fani 2019, Rs 1,304.58 cr (OSDMA damage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research reports across 7 waves, every one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every number in this deck traces to a source you can open: slide, proof ledger, index, raw report. nothing ships without the chain.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shipped in the prototype: Monte Carlo with convergence gates, CVaR at every decision node, fragility curves per crop and stage. designed for the live system: fitted copulas for compound events (cyclone + surge + river flood), BOCPD regime detection,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agronomist-curated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mature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rapid assessment: 5,428 acres across 4 selected blocks of Kendrapara + Bhadrak (nonrepresentative, d6).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agronomist-curated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2026-08-16T11:55:07Z</dcterms:created>
  <dcterms:modified xsi:type="dcterms:W3CDTF">2026-08-16T11:55:07Z</dcterms:modified>
</cp:coreProperties>
</file>