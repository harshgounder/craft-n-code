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line: Text, images, PDFs, chat: information arrives in every format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framing: Generic assistants answer confidently even when wrong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Solution: Upload or camera input: text, image, PDF, document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beats deck. Show the loop, not the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the hook: 3 input formats, one answer; 100% of answers carry a source; 0 hallucinated high-risk answers (human gate)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24h build tonight, roadmap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20 seconds: names + roles +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E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Circle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0C4"/>
                </a:solidFill>
              </a:rPr>
              <a:t>A multimodal assistant that reads text, images and documents, answers with evidence, and escalates to a human when uncertain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Team 511  |  Harsh Gounder (lead)  |  Ayush Kharwar  |  Sujal Shukla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E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3A0C4"/>
                </a:solidFill>
              </a:rPr>
              <a:t>Assistants hallucinate. This one shows its sources and asks for help when unsure.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1.  Text, images, PDFs, chat: information arrives in every format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3246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2.  Generic assistants answer confidently even when wrong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297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B1020"/>
                </a:solidFill>
              </a:rPr>
              <a:t>3.  High-risk cases need a human, not a guess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E8F"/>
                </a:solidFill>
              </a:rPr>
              <a:t>Kavach Circle: any input, evidence-backed answers, human escalation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2267712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Upload or camera input: text, image, PDF, document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035808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20040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Extract + OCR, structured facts, evidence panel with source links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968496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33088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Confidence score on every answer; uncertain or high-risk cases route to a human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901184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5065776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CF8"/>
                </a:solidFill>
              </a:rPr>
              <a:t>Correction flow: user fixes the model, the fix is remembered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E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Live Demo (3 minutes)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005840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8F"/>
                </a:solidFill>
              </a:rPr>
              <a:t>STEP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463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Drop a screenshot + a PDF -&gt; both extracted, facts shown with sources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8F"/>
                </a:solidFill>
              </a:rPr>
              <a:t>STEP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Ask a question -&gt; answer with confidence band + evidence links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8F"/>
                </a:solidFill>
              </a:rPr>
              <a:t>STEP 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3566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Ask something risky -&gt; the system escalates to human review, visibly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4617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8F"/>
                </a:solidFill>
              </a:rPr>
              <a:t>STEP 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4617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B1020"/>
                </a:solidFill>
              </a:rPr>
              <a:t>Correct an answer -&gt; the correction is applied and logged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0C4"/>
                </a:solidFill>
              </a:rPr>
              <a:t>Backup: pre-recorded demo video ready if projector or network fails.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Impact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E8F"/>
                </a:solidFill>
              </a:rPr>
              <a:t>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input formats, one answer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E8F"/>
                </a:solidFill>
              </a:rPr>
              <a:t>100%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of answers carry a source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21031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E8F"/>
                </a:solidFill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0" y="3383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A0C4"/>
                </a:solidFill>
              </a:rPr>
              <a:t>hallucinated high-risk answers (human gate)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020"/>
                </a:solidFill>
              </a:rPr>
              <a:t>Roadmap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554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CE8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19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24h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10896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MVP: text + image + PDF in, evidence out, escalation gate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697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CE8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62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wk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08960" y="2788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More formats, correction memory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40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CE8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05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 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3931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Team deployment with audit trail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98348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00CE8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14807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90d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108960" y="5074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20"/>
                </a:solidFill>
              </a:rPr>
              <a:t>Org-wide: every answer traceable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Team 511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🧠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Harsh Gounder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Lead / Engine + AI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⚙️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Ayush Kharwar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Backend + Integrations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383280" cy="3291840"/>
          </a:xfrm>
          <a:prstGeom prst="roundRect">
            <a:avLst>
              <a:gd name="adj" fmla="val 2778"/>
            </a:avLst>
          </a:prstGeom>
          <a:solidFill>
            <a:srgbClr val="141B33"/>
          </a:solidFill>
          <a:ln w="12700">
            <a:solidFill>
              <a:srgbClr val="2630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20116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30175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Sujal Shukla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61188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A0C4"/>
                </a:solidFill>
              </a:rPr>
              <a:t>Frontend + Demo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C4"/>
                </a:solidFill>
              </a:rPr>
              <a:t>Built in 24 hours for Craft N Code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Craft N Code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Team 511</dc:creator>
  <cp:lastModifiedBy>Team 511</cp:lastModifiedBy>
  <cp:revision>1</cp:revision>
  <dcterms:created xsi:type="dcterms:W3CDTF">2026-08-14T06:16:58Z</dcterms:created>
  <dcterms:modified xsi:type="dcterms:W3CDTF">2026-08-14T06:16:58Z</dcterms:modified>
</cp:coreProperties>
</file>