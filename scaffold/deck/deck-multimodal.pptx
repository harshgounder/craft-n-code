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line: Text, images, PDFs, chat: information arrives in every format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 framing: Generic assistants answer confidently even when wrong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Upload or camera input: text, image, PDF, document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beats deck. Show the loop, not the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is the wedge: approval-gated compose beats rebuild, gate outside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Numbers are the hook: 3 input formats, one answer; 100% of answers carry a source; 0 hallucinated high-risk answers (human gate)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24h build tonight, roadmap after.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it 20 seconds: names + roles + one line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00CE8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2103120"/>
            <a:ext cx="10515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Kavach Circle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822960" y="3429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3A0C4"/>
                </a:solidFill>
              </a:rPr>
              <a:t>A multimodal assistant that reads text, images and documents, answers with evidence, and escalates to a human when uncertain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Team 511  |  Harsh Gounder (lead)  |  Ayush Kharwar  |  Sujal Shukla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92640" y="644652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CE8F"/>
                </a:solidFill>
              </a:rPr>
              <a:t>MCP-READY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E8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</a:rPr>
              <a:t>The Problem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3A0C4"/>
                </a:solidFill>
              </a:rPr>
              <a:t>Assistants hallucinate. This one shows its sources and asks for help when unsure.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1005840" y="219456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020"/>
                </a:solidFill>
              </a:rPr>
              <a:t>1.  Text, images, PDFs, chat: information arrives in every format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324612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020"/>
                </a:solidFill>
              </a:rPr>
              <a:t>2.  Generic assistants answer confidently even when wrong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4297680"/>
            <a:ext cx="10058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B1020"/>
                </a:solidFill>
              </a:rPr>
              <a:t>3.  High-risk cases need a human, not a guess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The Solution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22960" y="10972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0CE8F"/>
                </a:solidFill>
              </a:rPr>
              <a:t>Kavach Circle: any input, evidence-backed answers, human escalation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822960" y="2103120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2267712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Upload or camera input: text, image, PDF, document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3035808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3200400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Extract + OCR, structured facts, evidence panel with source links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968496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4133088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Confidence score on every answer; uncertain or high-risk cases route to a human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901184"/>
            <a:ext cx="10515600" cy="749808"/>
          </a:xfrm>
          <a:prstGeom prst="roundRect">
            <a:avLst>
              <a:gd name="adj" fmla="val 9756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5065776"/>
            <a:ext cx="97840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Correction flow: user fixes the model, the fix is remembered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E8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</a:rPr>
              <a:t>Live Demo (3 minutes)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005840" y="146304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E8F"/>
                </a:solidFill>
              </a:rPr>
              <a:t>STEP 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926080" y="14630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Drop a screenshot + a PDF -&gt; both extracted, facts shown with sources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05840" y="251460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E8F"/>
                </a:solidFill>
              </a:rPr>
              <a:t>STEP 2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926080" y="251460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Ask a question -&gt; answer with confidence band + evidence links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56616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E8F"/>
                </a:solidFill>
              </a:rPr>
              <a:t>STEP 3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926080" y="356616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Ask something risky -&gt; the system escalates to human review, visibly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05840" y="46177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E8F"/>
                </a:solidFill>
              </a:rPr>
              <a:t>STEP 4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926080" y="4617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B1020"/>
                </a:solidFill>
              </a:rPr>
              <a:t>Correct an answer -&gt; the correction is applied and logged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05840" y="6035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3A0C4"/>
                </a:solidFill>
              </a:rPr>
              <a:t>Backup: pre-recorded demo video ready if projector or network fails.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CE8F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457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MCP: evidence in, escalation out, both gated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0" y="169164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Compose gold-plated MCP servers (filesystem, GitHub, Supabase, Slack), never rebuild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0" y="283464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Typed, allow-listed tools; the policy gate sits outside the model, not in a prompt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22960" y="38404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0" y="397764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Human approval at every handoff, an audit trace on every call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22960" y="4983480"/>
            <a:ext cx="10515600" cy="960120"/>
          </a:xfrm>
          <a:prstGeom prst="roundRect">
            <a:avLst>
              <a:gd name="adj" fmla="val 7619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0" y="5120640"/>
            <a:ext cx="9784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8ECF8"/>
                </a:solidFill>
              </a:rPr>
              <a:t>Tool poisoning is the headline attack (OWASP indirect prompt injection): pin and scan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Impact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21031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CE8F"/>
                </a:solidFill>
              </a:rPr>
              <a:t>3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0C4"/>
                </a:solidFill>
              </a:rPr>
              <a:t>input formats, one answer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0" y="21031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CE8F"/>
                </a:solidFill>
              </a:rPr>
              <a:t>100%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0C4"/>
                </a:solidFill>
              </a:rPr>
              <a:t>of answers carry a source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229600" y="210312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CE8F"/>
                </a:solidFill>
              </a:rPr>
              <a:t>0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8229600" y="3383280"/>
            <a:ext cx="31089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3A0C4"/>
                </a:solidFill>
              </a:rPr>
              <a:t>hallucinated high-risk answers (human gate)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1020"/>
                </a:solidFill>
              </a:rPr>
              <a:t>Roadmap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554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CE8F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719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24h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108960" y="1645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MVP: text + image + PDF in, evidence out, escalation gate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97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CE8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862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wk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108960" y="2788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More formats, correction memory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22960" y="3840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CE8F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4005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 mo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108960" y="3931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Team deployment with audit trail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22960" y="4983480"/>
            <a:ext cx="2011680" cy="731520"/>
          </a:xfrm>
          <a:prstGeom prst="roundRect">
            <a:avLst>
              <a:gd name="adj" fmla="val 10000"/>
            </a:avLst>
          </a:prstGeom>
          <a:solidFill>
            <a:srgbClr val="00CE8F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5148072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90d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108960" y="50749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B1020"/>
                </a:solidFill>
              </a:rPr>
              <a:t>Org-wide: every answer traceable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45720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</a:rPr>
              <a:t>Team 511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22960" y="164592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2296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🧠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82296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Harsh Gounder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3611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Lead / Engine + AI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26280" y="164592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2628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⚙️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452628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Ayush Kharwar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526280" y="3611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Backend + Integrations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0" y="1645920"/>
            <a:ext cx="3383280" cy="3291840"/>
          </a:xfrm>
          <a:prstGeom prst="roundRect">
            <a:avLst>
              <a:gd name="adj" fmla="val 2778"/>
            </a:avLst>
          </a:prstGeom>
          <a:solidFill>
            <a:srgbClr val="141B33"/>
          </a:solidFill>
          <a:ln w="12700">
            <a:solidFill>
              <a:srgbClr val="2630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0" y="2011680"/>
            <a:ext cx="338328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🎨</a:t>
            </a:r>
            <a:endParaRPr lang="en-US" sz="4000" dirty="0"/>
          </a:p>
        </p:txBody>
      </p:sp>
      <p:sp>
        <p:nvSpPr>
          <p:cNvPr id="13" name="Text 11"/>
          <p:cNvSpPr/>
          <p:nvPr/>
        </p:nvSpPr>
        <p:spPr>
          <a:xfrm>
            <a:off x="8229600" y="30175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Sujal Shukla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8229600" y="36118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3A0C4"/>
                </a:solidFill>
              </a:rPr>
              <a:t>Frontend + Demo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6692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3A0C4"/>
                </a:solidFill>
              </a:rPr>
              <a:t>Built in 24 hours for Craft N Code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Craft N Code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Team 511</dc:creator>
  <cp:lastModifiedBy>Team 511</cp:lastModifiedBy>
  <cp:revision>1</cp:revision>
  <dcterms:created xsi:type="dcterms:W3CDTF">2026-08-15T08:03:35Z</dcterms:created>
  <dcterms:modified xsi:type="dcterms:W3CDTF">2026-08-15T08:03:35Z</dcterms:modified>
</cp:coreProperties>
</file>