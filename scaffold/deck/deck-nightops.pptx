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"Good morning. 3 minutes. [problem line]. This is [name]."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[read first line]. The cost is real: missed exams, fees,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same engine across ideas, so the 24h build is mounting a skin.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Start a night walk -&gt; map shows the lit route + ETA to your circle | SOS demo: 2-second hold -&gt; circle gets live location + evidence clip | Pre-order for 2 AM mess pickup | Focus mode: campus-asleep pomodoro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Impact: three numbers, no fluff.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honest 24h scope, then 90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Team: three people, one engine, many skins.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3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511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Ops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safety + night-life logistics for people who live after dark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N Code 2026 | Rajasthan State Qualifier | 3-minute demo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Gounder (lead) · Ayush Kharwar · Sujal Shukla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424160" y="502920"/>
            <a:ext cx="822960" cy="822960"/>
          </a:xfrm>
          <a:prstGeom prst="ellipse">
            <a:avLst/>
          </a:prstGeom>
          <a:solidFill>
            <a:srgbClr val="0B1020"/>
          </a:solidFill>
          <a:ln/>
        </p:spPr>
      </p:sp>
      <p:sp>
        <p:nvSpPr>
          <p:cNvPr id="9" name="Text 7"/>
          <p:cNvSpPr/>
          <p:nvPr/>
        </p:nvSpPr>
        <p:spPr>
          <a:xfrm>
            <a:off x="10424160" y="651053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3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at 2 AM: unlit routes, unwalked walks, nobody awake to help.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583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to the mess or gate at 2 AM: sparse security, dark stretches, no one knows you're out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deliveries and mess runs coordinated over WhatsApp groups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safety on campus is a real, daily anxiety, not a feature request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173736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193852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WhatsApp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509760" y="173736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0" y="193852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Gmail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89520" y="269748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28986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Classroom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509760" y="269748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0" y="28986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Unstop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89520" y="365760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385876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Portal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509760" y="365760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0" y="385876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Insta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4709160"/>
            <a:ext cx="3886200" cy="868680"/>
          </a:xfrm>
          <a:prstGeom prst="roundRect">
            <a:avLst>
              <a:gd name="adj" fmla="val 14737"/>
            </a:avLst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49377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feed, ranked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0" y="4434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Ops: trusted-circle safety + night logistics in one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057400" cy="1417320"/>
          </a:xfrm>
          <a:prstGeom prst="roundRect">
            <a:avLst>
              <a:gd name="adj" fmla="val 9032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871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every channel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24912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80360" y="2240280"/>
            <a:ext cx="2057400" cy="1417320"/>
          </a:xfrm>
          <a:prstGeom prst="roundRect">
            <a:avLst>
              <a:gd name="adj" fmla="val 9032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24871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88036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copy, clean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65192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20640" y="2240280"/>
            <a:ext cx="2057400" cy="1417320"/>
          </a:xfrm>
          <a:prstGeom prst="roundRect">
            <a:avLst>
              <a:gd name="adj" fmla="val 9032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4871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12064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one-liners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205472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60920" y="2240280"/>
            <a:ext cx="2057400" cy="1417320"/>
          </a:xfrm>
          <a:prstGeom prst="roundRect">
            <a:avLst>
              <a:gd name="adj" fmla="val 9032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24871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6092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first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445752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01200" y="2240280"/>
            <a:ext cx="2057400" cy="1417320"/>
          </a:xfrm>
          <a:prstGeom prst="roundRect">
            <a:avLst>
              <a:gd name="adj" fmla="val 9032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24871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60120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calendar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397764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circle: "I'm walking back" share with live location, auto ETA, arrival ping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Lit-route heatmap: crowd-sourced safe/lit/crowded ratings -&gt; safe path suggestions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SOS: 2-second hold captures audio + video evidence, streams to circle + security with location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mess pre-order + runners board; quiet-hours focus mode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· 3 MINUTES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Start a night walk -&gt; map shows the lit route + ETA to your circle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SOS demo: 2-second hold -&gt; circle gets live location + evidence clip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Pre-order for 2 AM mess pickup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Focus mode: campus-asleep pomodoro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5806440"/>
            <a:ext cx="10424160" cy="685800"/>
          </a:xfrm>
          <a:prstGeom prst="roundRect">
            <a:avLst>
              <a:gd name="adj" fmla="val 13333"/>
            </a:avLst>
          </a:prstGeom>
          <a:solidFill>
            <a:srgbClr val="141B3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6188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pre-recorded demo video + offline mode. The demo cannot die.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2834640"/>
          </a:xfrm>
          <a:prstGeom prst="roundRect">
            <a:avLst>
              <a:gd name="adj" fmla="val 5161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23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to trigger SOS with evidence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2011680"/>
            <a:ext cx="3474720" cy="2834640"/>
          </a:xfrm>
          <a:prstGeom prst="roundRect">
            <a:avLst>
              <a:gd name="adj" fmla="val 5161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423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89120" y="3474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+ ETA shared with your circle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2011680"/>
            <a:ext cx="3474720" cy="2834640"/>
          </a:xfrm>
          <a:prstGeom prst="roundRect">
            <a:avLst>
              <a:gd name="adj" fmla="val 5161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2423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38160" y="3474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mess + delivery coordination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in 24 hours, growing from there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468880" cy="28346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2697480"/>
            <a:ext cx="548640" cy="5486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3977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walk share + SOS + seeded route heatmap on stage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2377440"/>
            <a:ext cx="2468880" cy="28346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2697480"/>
            <a:ext cx="548640" cy="5486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49040" y="3977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desk dashboard, WebRTC live stream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2468880" cy="28346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040" y="2697480"/>
            <a:ext cx="548640" cy="5486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3977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pilot: night mess pre-orders live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2377440"/>
            <a:ext cx="2468880" cy="28346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0" y="2697480"/>
            <a:ext cx="548640" cy="5486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0" y="3977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Campus-wide + multi-campus rollout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511 · E&amp;CE, Manipal University Jaipur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2743200"/>
          </a:xfrm>
          <a:prstGeom prst="roundRect">
            <a:avLst>
              <a:gd name="adj" fmla="val 5333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2377440"/>
            <a:ext cx="640080" cy="6400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2057400" y="249265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👑</a:t>
            </a:r>
            <a:endParaRPr lang="en-US" sz="29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Gounder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· Systems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Engine, ingestion, LLM layer, demo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474720" cy="2743200"/>
          </a:xfrm>
          <a:prstGeom prst="roundRect">
            <a:avLst>
              <a:gd name="adj" fmla="val 5333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2377440"/>
            <a:ext cx="640080" cy="6400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249265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9" dirty="0"/>
          </a:p>
        </p:txBody>
      </p:sp>
      <p:sp>
        <p:nvSpPr>
          <p:cNvPr id="13" name="Text 11"/>
          <p:cNvSpPr/>
          <p:nvPr/>
        </p:nvSpPr>
        <p:spPr>
          <a:xfrm>
            <a:off x="438912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Kharwar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38912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89120" y="4069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Supabase, connectors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2103120"/>
            <a:ext cx="3474720" cy="2743200"/>
          </a:xfrm>
          <a:prstGeom prst="roundRect">
            <a:avLst>
              <a:gd name="adj" fmla="val 5333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55480" y="2377440"/>
            <a:ext cx="640080" cy="6400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9555480" y="249265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29" dirty="0"/>
          </a:p>
        </p:txBody>
      </p:sp>
      <p:sp>
        <p:nvSpPr>
          <p:cNvPr id="19" name="Text 17"/>
          <p:cNvSpPr/>
          <p:nvPr/>
        </p:nvSpPr>
        <p:spPr>
          <a:xfrm>
            <a:off x="813816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Sujal Shukla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3816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8160" y="4069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Tailwind, UI kit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Night Ops - Craft N Code 2026</dc:title>
  <dc:subject>PptxGenJS Presentation</dc:subject>
  <dc:creator>Team 511</dc:creator>
  <cp:lastModifiedBy>Team 511</cp:lastModifiedBy>
  <cp:revision>1</cp:revision>
  <dcterms:created xsi:type="dcterms:W3CDTF">2026-08-14T04:34:49Z</dcterms:created>
  <dcterms:modified xsi:type="dcterms:W3CDTF">2026-08-14T04:34:49Z</dcterms:modified>
</cp:coreProperties>
</file>