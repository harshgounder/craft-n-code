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Briefs live in docs and chats; assets live everywhere else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framing: Generative AI creates fast but uncontrolled: wrong brand, wrong facts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Brief intake: paste a real organizational brief, the system extracts tone, audience, brand rules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beats deck. Show the loop, not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wedge: approval-gated compose beats rebuild, gate outside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the hook: 1 brief becomes an asset in minutes; 100% of assets carry provenance; 0 uncontrolled brand breaks (review gate)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24h build tonight, roadmap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20 seconds: names + roles +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SignalStory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Turn a real brief into brand-consistent media assets with generative AI, review, and provenance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Team 511  |  Harsh Gounder (lead)  |  Ayush Kharwar  |  Sujal Shukla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020"/>
                </a:solidFill>
              </a:rPr>
              <a:t>MCP-READY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Making content is slow. Making content that stays on-brand is slower.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1.  Briefs live in docs and chats; assets live everywhere else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2.  Generative AI creates fast but uncontrolled: wrong brand, wrong facts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3.  Nobody can answer: where did this asset come from?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20"/>
                </a:solidFill>
              </a:rPr>
              <a:t>SignalStory: brief in, assets out, provenance all the way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267712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Brief intake: paste a real organizational brief, the system extracts tone, audience, brand rules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35808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20040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Generate assets (image, caption, alt text) through a labeled generator adapter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968496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330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Review + revision loop: human approves before delivery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01184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065776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Provenance record: prompt, model, lineage for every asset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Live Demo (3 minutes)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Paste a one-paragraph brief -&gt; system extracts brand + tone + audience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STEP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Generate an asset -&gt; caption + alt text + export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STEP 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566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Edit -&gt; regenerate -&gt; reviewer approves, version logged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</a:rPr>
              <a:t>STEP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Show the provenance card: prompt, model, lineage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0C4"/>
                </a:solidFill>
              </a:rPr>
              <a:t>Backup: pre-recorded demo video ready if projector or network fails.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MCP: provenance in, approval out, all through a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91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Compose gold-plated MCP servers (filesystem, GitHub, Supabase, Playwright), never rebuild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34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Typed, allow-listed tools; the policy gate sits outside the model, not in a prompt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977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Human approval at every handoff, an audit trace on every call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83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120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Tool poisoning is the headline attack (Invariant Labs, 1 Apr 2025): pin and scan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020"/>
                </a:solidFill>
              </a:rPr>
              <a:t>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brief becomes an asset in minutes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020"/>
                </a:solidFill>
              </a:rPr>
              <a:t>100%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of assets carry provenance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020"/>
                </a:solidFill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uncontrolled brand breaks (review gate)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B02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0896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MVP: brief in, asset out, provenance record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wk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2788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More generators, revision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05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Team review flows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B02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148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90d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08960" y="5074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Full asset pipeline with brand rules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Team 511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Harsh Gounder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Lead / Engine + 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2628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Ayush Kharwar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Backend + Integrations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Sujal Shukla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Frontend + Demo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0C4"/>
                </a:solidFill>
              </a:rPr>
              <a:t>Built in 24 hours for Craft N Code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Craft N Code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511</dc:creator>
  <cp:lastModifiedBy>Team 511</cp:lastModifiedBy>
  <cp:revision>1</cp:revision>
  <dcterms:created xsi:type="dcterms:W3CDTF">2026-08-15T08:03:35Z</dcterms:created>
  <dcterms:modified xsi:type="dcterms:W3CDTF">2026-08-15T08:03:35Z</dcterms:modified>
</cp:coreProperties>
</file>