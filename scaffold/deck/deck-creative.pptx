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Briefs live in docs and chats; assets live everywhere else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framing: Generative AI creates fast but uncontrolled: wrong brand, wrong 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Brief intake: paste a real organizational brief, the system extracts tone, audience, brand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beats deck. Show the loop, not the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the hook: 1 brief becomes an asset in minutes; 100% of assets carry provenance; 0 uncontrolled brand breaks (review gate)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24h build tonight, roadmap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20 seconds: names + roles +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SignalStory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0C4"/>
                </a:solidFill>
              </a:rPr>
              <a:t>Turn a real brief into brand-consistent media assets with generative AI, review, and provenance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Team 511  |  Harsh Gounder (lead)  |  Ayush Kharwar  |  Sujal Shukla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0C4"/>
                </a:solidFill>
              </a:rPr>
              <a:t>Making content is slow. Making content that stays on-brand is slower.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1.  Briefs live in docs and chats; assets live everywhere else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2.  Generative AI creates fast but uncontrolled: wrong brand, wrong facts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3.  Nobody can answer: where did this asset come from?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20"/>
                </a:solidFill>
              </a:rPr>
              <a:t>SignalStory: brief in, assets out, provenance all the way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6771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Brief intake: paste a real organizational brief, the system extracts tone, audience, brand rules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35808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200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Generate assets (image, caption, alt text) through a labeled generator adapter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68496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3308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Review + revision loop: human approves before delivery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901184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506577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Provenance record: prompt, model, lineage for every asset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Live Demo (3 minutes)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Paste a one-paragraph brief -&gt; system extracts brand + tone + audience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STEP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Generate an asset -&gt; caption + alt text + export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STEP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Edit -&gt; regenerate -&gt; reviewer approves, version logged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STEP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4617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Show the provenance card: prompt, model, lineage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0C4"/>
                </a:solidFill>
              </a:rPr>
              <a:t>Backup: pre-recorded demo video ready if projector or network fails.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</a:rPr>
              <a:t>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brief becomes an asset in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of assets carry provenance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uncontrolled brand breaks (review gate)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19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24h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MVP: brief in, asset out, provenance record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wk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More generators, revision history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Team review flows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48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90d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5074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Full asset pipeline with brand rules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Team 511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Harsh Gounder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Lead / Engine +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Ayush Kharwar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Backend + Integrations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Sujal Shukla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Frontend +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</a:rPr>
              <a:t>Built in 24 hours for Craft N Code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Craft N Code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511</dc:creator>
  <cp:lastModifiedBy>Team 511</cp:lastModifiedBy>
  <cp:revision>1</cp:revision>
  <dcterms:created xsi:type="dcterms:W3CDTF">2026-08-14T06:16:58Z</dcterms:created>
  <dcterms:modified xsi:type="dcterms:W3CDTF">2026-08-14T06:16:58Z</dcterms:modified>
</cp:coreProperties>
</file>