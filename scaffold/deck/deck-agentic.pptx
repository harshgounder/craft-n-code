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Emails, tickets, documents, chat: raw inputs from many channels, no order, no priority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framing: The ONE action that matters (a deadline, an approval, a payment) hides under noise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Pulls every channel into one feed (email, chat, portal, tickets, docs)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beats deck. Show the loop, not the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is the wedge: approval-gated compose beats rebuild, gate outside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the hook: 1 feed replaces N channels; 10s to know what needs action; 0 actions missed after install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24h build tonight, roadmap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20 seconds: names + roles + one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BriefLens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A0C4"/>
                </a:solidFill>
              </a:rPr>
              <a:t>An AI agent that reads every input, ranks what matters, and proposes actions you approve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Team 511  |  Harsh Gounder (lead)  |  Ayush Kharwar  |  Sujal Shukla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92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MCP-READY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A0C4"/>
                </a:solidFill>
              </a:rPr>
              <a:t>Every workflow dumps inputs on you. The one action that matters drowns.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</a:rPr>
              <a:t>1.  Emails, tickets, documents, chat: raw inputs from many channels, no order, no priority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</a:rPr>
              <a:t>2.  The ONE action that matters (a deadline, an approval, a payment) hides under noise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</a:rPr>
              <a:t>3.  Missed action = cost. Nobody's fault, everybody pays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5CE7"/>
                </a:solidFill>
              </a:rPr>
              <a:t>BriefLens: ingest, dedupe, summarize, rank, propose, approve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26771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Pulls every channel into one feed (email, chat, portal, tickets, docs)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35808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2004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LLM summarizes each item to one line, ranks by your profile + sender authority + deadline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68496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13308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Actionable items become PROPOSALS: the AI proposes, a human approves or rejects, audit logged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901184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5065776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Ask anything: "what do I need to do today?" gets a sourced answer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</a:rPr>
              <a:t>Live Demo (3 minutes)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Open "today" -&gt; 60-second digest reads out (the 2 urgent actions on top)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</a:rPr>
              <a:t>STEP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514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Click an action -&gt; the proposal + evidence (source, deadline, amount) + APPROVE/REJECT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</a:rPr>
              <a:t>STEP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Approve -&gt; status flips to done, audit log written (who, when, what)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</a:rPr>
              <a:t>STEP 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4617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Ask a question -&gt; sourced answer with the source + confidence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0C4"/>
                </a:solidFill>
              </a:rPr>
              <a:t>Backup: pre-recorded demo video ready if projector or network fails.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MCP: capabilities behind a gate you approve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6916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Compose gold-plated MCP servers (filesystem, GitHub, Slack, Postgres), never rebuild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8346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Typed, allow-listed tools; the policy gate sits outside the model, not in a prompt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8404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9776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Human approval at every handoff, an audit trace on every call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9834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51206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Tool poisoning is the headline attack (Invariant Labs, 1 Apr 2025): pin and scan descriptions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CE7"/>
                </a:solidFill>
              </a:rPr>
              <a:t>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C4"/>
                </a:solidFill>
              </a:rPr>
              <a:t>feed replaces N channels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2103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CE7"/>
                </a:solidFill>
              </a:rPr>
              <a:t>10s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C4"/>
                </a:solidFill>
              </a:rPr>
              <a:t>to know what needs 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2103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CE7"/>
                </a:solidFill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C4"/>
                </a:solidFill>
              </a:rPr>
              <a:t>actions missed after install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</a:rPr>
              <a:t>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19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24h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0896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MVP: ingest + rank + approval gate live on stage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wk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2788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Live connectors, mobile PWA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05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Team rollout: approval flows with audit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148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90d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5074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Org-wide: every action tracked, every decision logged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Team 511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Harsh Gounder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Lead / Engine +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⚙️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Ayush Kharwar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Backend + Integrations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🎨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Sujal Shukla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Frontend +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</a:rPr>
              <a:t>Built in 24 hours for Craft N Code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Craft N Code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Team 511</dc:creator>
  <cp:lastModifiedBy>Team 511</cp:lastModifiedBy>
  <cp:revision>1</cp:revision>
  <dcterms:created xsi:type="dcterms:W3CDTF">2026-08-15T08:03:35Z</dcterms:created>
  <dcterms:modified xsi:type="dcterms:W3CDTF">2026-08-15T08:03:35Z</dcterms:modified>
</cp:coreProperties>
</file>