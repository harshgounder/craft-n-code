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line: ₹4,057.7 crore lost across 297,727 complaints (2022-May 2026), losses grew 20x by 2024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framing: Scammers pair coercion scripts with AI-cloned voices (30-60s of harvested audio)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Six departments: caller ID analysis, voice-clone detection, coercion-script detection, UPI-request analysis, live-call guidance, post-call report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beats deck. Show the loop, not the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is the wedge: approval-gated compose beats rebuild, gate outside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the hook: 6 detection departments, one loop; &lt;1s to flag a scam pattern; ₹4,057 Cr the fraud pool we defend against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24h build tonight, roadmap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20 seconds: names + roles + one line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F547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Kavach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34290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3A0C4"/>
                </a:solidFill>
              </a:rPr>
              <a:t>The call-security platform that fuses six detection departments into one intervention loop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0C4"/>
                </a:solidFill>
              </a:rPr>
              <a:t>Team 511  |  Harsh Gounder (lead)  |  Ayush Kharwar  |  Sujal Shukla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9264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5470"/>
                </a:solidFill>
              </a:rPr>
              <a:t>MCP-READY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547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020"/>
                </a:solidFill>
              </a:rPr>
              <a:t>The Problem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3A0C4"/>
                </a:solidFill>
              </a:rPr>
              <a:t>India's largest quantified fraud: the digital-arrest scam. No consumer app defends the phone itself.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05840" y="21945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1020"/>
                </a:solidFill>
              </a:rPr>
              <a:t>1.  ₹4,057.7 crore lost across 297,727 complaints (2022-May 2026), losses grew 20x by 2024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32461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1020"/>
                </a:solidFill>
              </a:rPr>
              <a:t>2.  Scammers pair coercion scripts with AI-cloned voices (30-60s of harvested audio)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42976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1020"/>
                </a:solidFill>
              </a:rPr>
              <a:t>3.  Every bank warns customers. No consumer app defends the phone itself, in Hindi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The Solution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5470"/>
                </a:solidFill>
              </a:rPr>
              <a:t>Kavach: six detection departments, one intervention loop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2267712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Six departments: caller ID analysis, voice-clone detection, coercion-script detection, UPI-request analysis, live-call guidance, post-call report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3035808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3200400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AI detects scam signals -&gt; proposes intervention -&gt; user approves, audit logged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3968496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4133088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Works offline-first, zero external dependencies in the demo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4901184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5065776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Hindi-first interface for Indian families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547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020"/>
                </a:solidFill>
              </a:rPr>
              <a:t>Live Demo (3 minutes)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05840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470"/>
                </a:solidFill>
              </a:rPr>
              <a:t>STEP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926080" y="1463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</a:rPr>
              <a:t>Simulate a digital-arrest call -&gt; Kavach flags it in real time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5146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470"/>
                </a:solidFill>
              </a:rPr>
              <a:t>STEP 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2514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</a:rPr>
              <a:t>AI proposes intervention: warn, block, guide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566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470"/>
                </a:solidFill>
              </a:rPr>
              <a:t>STEP 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35661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</a:rPr>
              <a:t>User approves -&gt; action executes, audit logged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4617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470"/>
                </a:solidFill>
              </a:rPr>
              <a:t>STEP 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4617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</a:rPr>
              <a:t>Post-call report: what happened, what was blocked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6035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3A0C4"/>
                </a:solidFill>
              </a:rPr>
              <a:t>Backup: pre-recorded demo video ready if projector or network fails.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547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MCP: six departments, one gated intervention loop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169164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Compose gold-plated MCP servers (Redis, Postgres, Slack), never rebuild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69748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83464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Typed, allow-listed tools; the policy gate sits outside the model, not in a prompt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384048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397764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Human approval at every handoff, an audit trace on every call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498348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512064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Tool poisoning is the headline attack (OWASP indirect prompt injection): pin and scan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Impact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210312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5470"/>
                </a:solidFill>
              </a:rPr>
              <a:t>6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3832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A0C4"/>
                </a:solidFill>
              </a:rPr>
              <a:t>detection departments, one loop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0" y="210312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5470"/>
                </a:solidFill>
              </a:rPr>
              <a:t>&lt;1s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0" y="33832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A0C4"/>
                </a:solidFill>
              </a:rPr>
              <a:t>to flag a scam pattern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210312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5470"/>
                </a:solidFill>
              </a:rPr>
              <a:t>₹4,057 Cr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229600" y="33832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A0C4"/>
                </a:solidFill>
              </a:rPr>
              <a:t>the fraud pool we defend against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020"/>
                </a:solidFill>
              </a:rPr>
              <a:t>Roadmap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5470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190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24h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108960" y="1645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</a:rPr>
              <a:t>Integration + demo harness for this round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697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547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620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 wk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108960" y="2788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</a:rPr>
              <a:t>Live call interception on Android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840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5470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0050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 mo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3931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</a:rPr>
              <a:t>Hindi voice guidance v1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4983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547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1480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90d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08960" y="5074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</a:rPr>
              <a:t>Family rollout with banks as distribution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Team 511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0116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🧠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Harsh Gounder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A0C4"/>
                </a:solidFill>
              </a:rPr>
              <a:t>Lead / Engine + AI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26280" y="164592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20116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⚙️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26280" y="30175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Ayush Kharwar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26280" y="36118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A0C4"/>
                </a:solidFill>
              </a:rPr>
              <a:t>Backend + Integrations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0" y="164592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20116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🎨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229600" y="30175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Sujal Shukla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0" y="36118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A0C4"/>
                </a:solidFill>
              </a:rPr>
              <a:t>Frontend + Demo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A0C4"/>
                </a:solidFill>
              </a:rPr>
              <a:t>Built in 24 hours for Craft N Code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Craft N Code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Team 511</dc:creator>
  <cp:lastModifiedBy>Team 511</cp:lastModifiedBy>
  <cp:revision>1</cp:revision>
  <dcterms:created xsi:type="dcterms:W3CDTF">2026-08-15T08:03:35Z</dcterms:created>
  <dcterms:modified xsi:type="dcterms:W3CDTF">2026-08-15T08:03:35Z</dcterms:modified>
</cp:coreProperties>
</file>