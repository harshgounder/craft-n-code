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"Good morning. 3 minutes. [problem line]. This is [name]."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[read first line]. The cost is real: missed exams, fees,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same engine across ideas, so the 24h build is mounting a skin.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Live scam-call simulation -&gt; detection in seconds | Family alert fires with call details + risk score | Evidence file generated for a police complaint | The 24h build: night-safety integration + live demo harness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Impact: three numbers, no fluff.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honest 24h scope, then 90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Team: three people, one engine, many skins.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547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3A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511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Call-security platform: digital-arrest + voice-scam shield for Indian families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N Code 2026 | Rajasthan State Qualifier | 3-minute 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Gounder (lead) · Ayush Kharwar · Sujal Shukla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424160" y="502920"/>
            <a:ext cx="822960" cy="822960"/>
          </a:xfrm>
          <a:prstGeom prst="ellipse">
            <a:avLst/>
          </a:prstGeom>
          <a:solidFill>
            <a:srgbClr val="0B1020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0" y="651053"/>
            <a:ext cx="822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3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biggest quantified fraud is one phone call away.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5836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Digital-arrest scam: fake CBI/police calls coerce victims into transferring life savings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4,057 crore lost across 297,727 complaints (2022 - May 2026), losses up 20x by 2024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AI-cloned voices: 30-60 seconds of harvested audio, spoofed caller ID, zero consumer defense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73736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WhatsApp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509760" y="173736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193852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Gmail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269748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8986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Classroom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09760" y="269748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0" y="289864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Unstop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365760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38587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Portal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509760" y="3657600"/>
            <a:ext cx="1783080" cy="777240"/>
          </a:xfrm>
          <a:prstGeom prst="roundRect">
            <a:avLst>
              <a:gd name="adj" fmla="val 14118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3858768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Insta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4709160"/>
            <a:ext cx="3886200" cy="868680"/>
          </a:xfrm>
          <a:prstGeom prst="roundRect">
            <a:avLst>
              <a:gd name="adj" fmla="val 14737"/>
            </a:avLst>
          </a:prstGeom>
          <a:solidFill>
            <a:srgbClr val="FF5470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49377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feed, ranked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0" y="4434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Kavach: six detection engines, one intervention loop, Hindi-first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every channel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2491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8036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88036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copy, clean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6519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12064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one-liners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0547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6092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6092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first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445752" y="26060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601200" y="2240280"/>
            <a:ext cx="2057400" cy="1417320"/>
          </a:xfrm>
          <a:prstGeom prst="roundRect">
            <a:avLst>
              <a:gd name="adj" fmla="val 9032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248716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601200" y="30175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calendar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97764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scam-call screening across six detection departments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alert chain: flagged call pings trusted contacts instantly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logging: full call evidence file for police complaints</a:t>
            </a:r>
            <a:endParaRPr lang="en-US" sz="15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built, already tested on the IIC route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3 MINUTES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Live scam-call simulation -&gt; detection in seconds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Family alert fires with call details + risk score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Evidence file generated for a police complaint</a:t>
            </a:r>
            <a:endParaRPr lang="en-US" sz="19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24h build: night-safety integration + live demo harness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5806440"/>
            <a:ext cx="10424160" cy="685800"/>
          </a:xfrm>
          <a:prstGeom prst="roundRect">
            <a:avLst>
              <a:gd name="adj" fmla="val 13333"/>
            </a:avLst>
          </a:prstGeom>
          <a:solidFill>
            <a:srgbClr val="141B33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96188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pre-recorded demo video + offline mode. The demo cannot die.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4,057 cr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detected, one call at a time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8912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engines fused in one loop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474720" cy="2834640"/>
          </a:xfrm>
          <a:prstGeom prst="roundRect">
            <a:avLst>
              <a:gd name="adj" fmla="val 5161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423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38160" y="3474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built for the most targeted users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in 24 hours, growing from there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2697480"/>
            <a:ext cx="548640" cy="548640"/>
          </a:xfrm>
          <a:prstGeom prst="ellipse">
            <a:avLst/>
          </a:prstGeom>
          <a:solidFill>
            <a:srgbClr val="FF547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Night-safety integration + live demo harness at this event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697480"/>
            <a:ext cx="548640" cy="548640"/>
          </a:xfrm>
          <a:prstGeom prst="ellipse">
            <a:avLst/>
          </a:prstGeom>
          <a:solidFill>
            <a:srgbClr val="FF5470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IIC 3.0 R2: family network, evidence export polish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78040" y="2697480"/>
            <a:ext cx="548640" cy="548640"/>
          </a:xfrm>
          <a:prstGeom prst="ellipse">
            <a:avLst/>
          </a:prstGeom>
          <a:solidFill>
            <a:srgbClr val="FF547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4652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Play-store launch, Telugu + Tamil voices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2377440"/>
            <a:ext cx="2468880" cy="2834640"/>
          </a:xfrm>
          <a:prstGeom prst="roundRect">
            <a:avLst>
              <a:gd name="adj" fmla="val 5185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0" y="2697480"/>
            <a:ext cx="548640" cy="548640"/>
          </a:xfrm>
          <a:prstGeom prst="ellipse">
            <a:avLst/>
          </a:prstGeom>
          <a:solidFill>
            <a:srgbClr val="FF5470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yr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44000" y="39776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Bank-partnered fraud interception API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511 · E&amp;CE, Manipal University Jaipur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2377440"/>
            <a:ext cx="640080" cy="640080"/>
          </a:xfrm>
          <a:prstGeom prst="ellipse">
            <a:avLst/>
          </a:prstGeom>
          <a:solidFill>
            <a:srgbClr val="FF5470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👑</a:t>
            </a:r>
            <a:endParaRPr lang="en-US" sz="29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Gounder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· Systems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ingestion, LLM layer, demo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06440" y="2377440"/>
            <a:ext cx="640080" cy="640080"/>
          </a:xfrm>
          <a:prstGeom prst="ellipse">
            <a:avLst/>
          </a:prstGeom>
          <a:solidFill>
            <a:srgbClr val="FF5470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9" dirty="0"/>
          </a:p>
        </p:txBody>
      </p:sp>
      <p:sp>
        <p:nvSpPr>
          <p:cNvPr id="13" name="Text 11"/>
          <p:cNvSpPr/>
          <p:nvPr/>
        </p:nvSpPr>
        <p:spPr>
          <a:xfrm>
            <a:off x="43891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Kharwar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38912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8912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Supabase, connectors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474720" cy="2743200"/>
          </a:xfrm>
          <a:prstGeom prst="roundRect">
            <a:avLst>
              <a:gd name="adj" fmla="val 5333"/>
            </a:avLst>
          </a:prstGeom>
          <a:solidFill>
            <a:srgbClr val="F0F2FA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55480" y="2377440"/>
            <a:ext cx="640080" cy="640080"/>
          </a:xfrm>
          <a:prstGeom prst="ellipse">
            <a:avLst/>
          </a:prstGeom>
          <a:solidFill>
            <a:srgbClr val="FF5470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249265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29" dirty="0"/>
          </a:p>
        </p:txBody>
      </p:sp>
      <p:sp>
        <p:nvSpPr>
          <p:cNvPr id="19" name="Text 17"/>
          <p:cNvSpPr/>
          <p:nvPr/>
        </p:nvSpPr>
        <p:spPr>
          <a:xfrm>
            <a:off x="813816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Sujal Shukla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3816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8160" y="4069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3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Tailwind, UI kit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Kavach - Craft N Code 2026</dc:title>
  <dc:subject>PptxGenJS Presentation</dc:subject>
  <dc:creator>Team 511</dc:creator>
  <cp:lastModifiedBy>Team 511</cp:lastModifiedBy>
  <cp:revision>1</cp:revision>
  <dcterms:created xsi:type="dcterms:W3CDTF">2026-08-14T04:34:49Z</dcterms:created>
  <dcterms:modified xsi:type="dcterms:W3CDTF">2026-08-14T04:34:49Z</dcterms:modified>
</cp:coreProperties>
</file>