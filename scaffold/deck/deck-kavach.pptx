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₹4,057.7 crore lost across 297,727 complaints (2022-May 2026), losses grew 20x by 2024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framing: Scammers pair coercion scripts with AI-cloned voices (30-60s of harvested audio)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Six departments: caller ID analysis, voice-clone detection, coercion-script detection, UPI-request analysis, live-call guidance, post-call report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beats deck. Show the loop, not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the hook: 6 detection departments, one loop; &lt;1s to flag a scam pattern; ₹4,057 Cr the fraud pool we defend against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24h build tonight, roadmap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20 seconds: names + roles +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54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The call-security platform that fuses six detection departments into one intervention loop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Team 511  |  Harsh Gounder (lead)  |  Ayush Kharwar  |  Sujal Shukla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54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The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India's largest quantified fraud: the digital-arrest scam. No consumer app defends the phone itself.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1.  ₹4,057.7 crore lost across 297,727 complaints (2022-May 2026), losses grew 20x by 2024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246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2.  Scammers pair coercion scripts with AI-cloned voices (30-60s of harvested audio)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42976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3.  Every bank warns customers. No consumer app defends the phone itself, in Hindi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5470"/>
                </a:solidFill>
              </a:rPr>
              <a:t>Kavach: six detection departments, one intervention loop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267712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Six departments: caller ID analysis, voice-clone detection, coercion-script detection, UPI-request analysis, live-call guidance, post-call report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35808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20040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AI detects scam signals -&gt; proposes intervention -&gt; user approves, audit logged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968496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3308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Works offline-first, zero external dependencies in the demo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901184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5065776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Hindi-first interface for Indian families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54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Live Demo (3 minutes)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0584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470"/>
                </a:solidFill>
              </a:rPr>
              <a:t>STEP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Simulate a digital-arrest call -&gt; Kavach flags it in real time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470"/>
                </a:solidFill>
              </a:rPr>
              <a:t>STEP 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2514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AI proposes intervention: warn, block, guide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470"/>
                </a:solidFill>
              </a:rPr>
              <a:t>STEP 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3566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User approves -&gt; action executes, audit logged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470"/>
                </a:solidFill>
              </a:rPr>
              <a:t>STEP 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4617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Post-call report: what happened, what was blocked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0C4"/>
                </a:solidFill>
              </a:rPr>
              <a:t>Backup: pre-recorded demo video ready if projector or network fails.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Impact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5470"/>
                </a:solidFill>
              </a:rPr>
              <a:t>6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detection departments, one loop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5470"/>
                </a:solidFill>
              </a:rPr>
              <a:t>&lt;1s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to flag a scam pattern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5470"/>
                </a:solidFill>
              </a:rPr>
              <a:t>₹4,057 Cr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the fraud pool we defend against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547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19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24h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10896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Integration + demo harness for this round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547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62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wk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2788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Live call interception on Android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547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05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mo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Hindi voice guidance v1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547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148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90d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08960" y="5074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Family rollout with banks as distribution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Team 511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🧠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Harsh Gounder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Lead / Engine + AI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⚙️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2628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Ayush Kharwar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Backend + Integrations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🎨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22960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Sujal Shukla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Frontend + Demo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0C4"/>
                </a:solidFill>
              </a:rPr>
              <a:t>Built in 24 hours for Craft N Code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Craft N Code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511</dc:creator>
  <cp:lastModifiedBy>Team 511</cp:lastModifiedBy>
  <cp:revision>1</cp:revision>
  <dcterms:created xsi:type="dcterms:W3CDTF">2026-08-14T06:16:58Z</dcterms:created>
  <dcterms:modified xsi:type="dcterms:W3CDTF">2026-08-14T06:16:58Z</dcterms:modified>
</cp:coreProperties>
</file>