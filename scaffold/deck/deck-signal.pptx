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"Good morning. 3 minutes. [problem line]. This is [name]."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[read first line]. The cost is real: missed exams, fees,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same engine across ideas, so the 24h build is mounting a skin.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"today" -&gt; 60-second digest reads out (fee + MTE on top) | Ask "when is the MTE?" -&gt; semantic search answers with source + date | Deadline card -&gt; calendar invite | Focus mode: collapse everything but top-3 + urgent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three numbers, no fluff.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honest 24h scope, then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three people, one engine, many skins.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3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AI feed for a student's entire day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 Code 2026 | Rajasthan State Qualifier | 3-minute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 (lead) · Ayush Kharwar · Sujal Shukla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0B102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0" y="651053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lives in 6 channels. The one notice that matters drowns.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583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Classroom, WhatsApp, Unstop, portal notices, Instagram: 6 unread streams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notice that matters (MTE dates, room shifts, fee deadline) sits under 200 memes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 = failed exam, withheld results, late fees. Nobody's fault, everybody pays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Classroom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Unstop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Portal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709160"/>
            <a:ext cx="3886200" cy="868680"/>
          </a:xfrm>
          <a:prstGeom prst="roundRect">
            <a:avLst>
              <a:gd name="adj" fmla="val 14737"/>
            </a:avLst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937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feed, ranked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ingest, dedupe, summarize, rank, auto-deadline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channel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2491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copy, clean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519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one-liners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054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4575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calendar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6 channels into one feed (IMAP, Google API, Unstop API, portal scrape)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summarizes each notice to one line, ranks by your profile + sender authority + deadline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become calendar invites with 2-day reminders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anything: "when is the MTE?" gets a sourced answer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3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"today" -&gt; 60-second digest reads out (fee + MTE on top)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Ask "when is the MTE?" -&gt; semantic search answers with source + date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Deadline card -&gt; calendar invite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Focus mode: collapse everything but top-3 + urgent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580644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618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pre-recorded demo video + offline mode. The demo cannot die.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unified into one feed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your whole day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 after install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24 hours, growing from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974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Gmail + portal + seed data live on stage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6974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+ Unstop live connectors, mobile PWA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6974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rollout: registrar office publishes through Signal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6974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Campus-wide: 5,000 students, placement + mess modules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511 · E&amp;CE, Manipal University Jaipur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29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ingestion, LLM layer, demo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9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Kharwar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Supabase, connectors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3774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9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Sujal Shukla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Tailwind, UI kit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- Craft N Code 2026</dc:title>
  <dc:subject>PptxGenJS Presentation</dc:subject>
  <dc:creator>Team 511</dc:creator>
  <cp:lastModifiedBy>Team 511</cp:lastModifiedBy>
  <cp:revision>1</cp:revision>
  <dcterms:created xsi:type="dcterms:W3CDTF">2026-08-14T04:34:49Z</dcterms:created>
  <dcterms:modified xsi:type="dcterms:W3CDTF">2026-08-14T04:34:49Z</dcterms:modified>
</cp:coreProperties>
</file>