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"Good morning. 3 minutes. [problem line]. This is [name]."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[read first line]. The cost is real: missed exams, fees,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same engine across ideas, so the 24h build is mounting a skin.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6 sources -&gt; one feed -&gt; "today in 60 seconds" | File a complaint with a photo -&gt; auto-triage to plumbing, SLA 48h | Live status: ticket C-114 is being fixed | Mess board: queue + menu + feedback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three numbers, no fluff.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honest 24h scope, then 90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three people, one engine, many skins.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E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3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Pulse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campus notice + complaint system as one AI-native 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N Code 2026 | Rajasthan State Qualifier | 3-minute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Gounder (lead) · Ayush Kharwar · Sujal Shukla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0B1020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0" y="651053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live in 6 places. Complaints go into a system nobody reads.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583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Portal, mail, WhatsApp, Instagram, Classroom, notice boards: six copies of every notice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filed into a 2010-era form, then silence for weeks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and canteen run on word of mouth: queues, menu surprises, no feedback loop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73736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509760" y="173736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Gmail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269748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8986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Classroom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0" y="269748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0" y="28986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Unstop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365760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8587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Portal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09760" y="365760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38587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Insta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4709160"/>
            <a:ext cx="3886200" cy="868680"/>
          </a:xfrm>
          <a:prstGeom prst="roundRect">
            <a:avLst>
              <a:gd name="adj" fmla="val 14737"/>
            </a:avLst>
          </a:prstGeom>
          <a:solidFill>
            <a:srgbClr val="00CE8F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9377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feed, ranked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Pulse: one feed, one complaint tracker, one live 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channel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2491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8036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copy, clean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6519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one-liners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0547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6092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first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4575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0120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calendar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as Signal: 6 sources -&gt; dedupe -&gt; summarize -&gt; rank -&gt; deadlines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tracker with photo evidence, AI triage, SLA timer, 48h escalation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fixed board: what got fixed, who fixed it, when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live board: queue load, today's menu, feedback NLP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3 MINUTES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6 sources -&gt; one feed -&gt; "today in 60 seconds"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File a complaint with a photo -&gt; auto-triage to plumbing, SLA 48h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Live status: ticket C-114 is being fixed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Mess board: queue + menu + feedback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5806440"/>
            <a:ext cx="10424160" cy="685800"/>
          </a:xfrm>
          <a:prstGeom prst="roundRect">
            <a:avLst>
              <a:gd name="adj" fmla="val 13333"/>
            </a:avLst>
          </a:prstGeom>
          <a:solidFill>
            <a:srgbClr val="141B33"/>
          </a:solidFill>
          <a:ln w="12700">
            <a:solidFill>
              <a:srgbClr val="00CE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618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pre-recorded demo video + offline mode. The demo cannot die.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6-&gt;1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collapse into one feed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48h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on every complaint, auto-escalation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visible: every fix lands on the public board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24 hours, growing from there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697480"/>
            <a:ext cx="548640" cy="548640"/>
          </a:xfrm>
          <a:prstGeom prst="ellipse">
            <a:avLst/>
          </a:prstGeom>
          <a:solidFill>
            <a:srgbClr val="00CE8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feed + complaint tracker with seed data on stage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697480"/>
            <a:ext cx="548640" cy="548640"/>
          </a:xfrm>
          <a:prstGeom prst="ellipse">
            <a:avLst/>
          </a:prstGeom>
          <a:solidFill>
            <a:srgbClr val="00CE8F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+ hostel wardens pilot, WhatsApp ingestion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2697480"/>
            <a:ext cx="548640" cy="548640"/>
          </a:xfrm>
          <a:prstGeom prst="ellipse">
            <a:avLst/>
          </a:prstGeom>
          <a:solidFill>
            <a:srgbClr val="00CE8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campus: mess, library, placement modules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0" y="2697480"/>
            <a:ext cx="548640" cy="548640"/>
          </a:xfrm>
          <a:prstGeom prst="ellipse">
            <a:avLst/>
          </a:prstGeom>
          <a:solidFill>
            <a:srgbClr val="00CE8F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for every college in Rajasthan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511 · E&amp;CE, Manipal University Jaipur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377440"/>
            <a:ext cx="640080" cy="640080"/>
          </a:xfrm>
          <a:prstGeom prst="ellipse">
            <a:avLst/>
          </a:prstGeom>
          <a:solidFill>
            <a:srgbClr val="00CE8F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</a:t>
            </a:r>
            <a:endParaRPr lang="en-US" sz="29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Gounder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C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Systems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ingestion, LLM layer, demo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2377440"/>
            <a:ext cx="640080" cy="640080"/>
          </a:xfrm>
          <a:prstGeom prst="ellipse">
            <a:avLst/>
          </a:prstGeom>
          <a:solidFill>
            <a:srgbClr val="00CE8F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9" dirty="0"/>
          </a:p>
        </p:txBody>
      </p:sp>
      <p:sp>
        <p:nvSpPr>
          <p:cNvPr id="13" name="Text 11"/>
          <p:cNvSpPr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Kharwar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891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C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Supabase, connectors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5480" y="2377440"/>
            <a:ext cx="640080" cy="640080"/>
          </a:xfrm>
          <a:prstGeom prst="ellipse">
            <a:avLst/>
          </a:prstGeom>
          <a:solidFill>
            <a:srgbClr val="00CE8F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9" dirty="0"/>
          </a:p>
        </p:txBody>
      </p:sp>
      <p:sp>
        <p:nvSpPr>
          <p:cNvPr id="19" name="Text 17"/>
          <p:cNvSpPr/>
          <p:nvPr/>
        </p:nvSpPr>
        <p:spPr>
          <a:xfrm>
            <a:off x="813816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Sujal Shukla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C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Tailwind, UI kit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Pulse - Craft N Code 2026</dc:title>
  <dc:subject>PptxGenJS Presentation</dc:subject>
  <dc:creator>Team 511</dc:creator>
  <cp:lastModifiedBy>Team 511</cp:lastModifiedBy>
  <cp:revision>1</cp:revision>
  <dcterms:created xsi:type="dcterms:W3CDTF">2026-08-14T04:34:49Z</dcterms:created>
  <dcterms:modified xsi:type="dcterms:W3CDTF">2026-08-14T04:34:49Z</dcterms:modified>
</cp:coreProperties>
</file>